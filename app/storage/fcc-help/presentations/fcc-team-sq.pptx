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e8ae9ebd874a7b" /><Relationship Type="http://schemas.openxmlformats.org/officeDocument/2006/relationships/extended-properties" Target="/docProps/app.xml" Id="R01380b84c3dd45ec" /><Relationship Type="http://schemas.openxmlformats.org/officeDocument/2006/relationships/officeDocument" Target="/ppt/presentation.xml" Id="Ra84fedbd27db4393" /></Relationships>
</file>

<file path=ppt/presentation.xml><?xml version="1.0" encoding="utf-8"?>
<p:presentation xmlns:p="http://schemas.openxmlformats.org/presentationml/2006/main">
  <p:sldMasterIdLst>
    <p:sldMasterId xmlns:r="http://schemas.openxmlformats.org/officeDocument/2006/relationships" id="2147483648" r:id="Rc9e88217567e4db7"/>
  </p:sldMasterIdLst>
  <p:notesMasterIdLst>
    <p:notesMasterId xmlns:r="http://schemas.openxmlformats.org/officeDocument/2006/relationships" r:id="Rc18a70ab738d4fdd"/>
  </p:notesMasterIdLst>
  <p:sldIdLst>
    <p:sldId xmlns:r="http://schemas.openxmlformats.org/officeDocument/2006/relationships" id="256" r:id="Re8ed2e66c8d84047"/>
    <p:sldId xmlns:r="http://schemas.openxmlformats.org/officeDocument/2006/relationships" id="257" r:id="R4746b0e7c5ef4131"/>
    <p:sldId xmlns:r="http://schemas.openxmlformats.org/officeDocument/2006/relationships" id="258" r:id="Rbc31ff09593c4d17"/>
    <p:sldId xmlns:r="http://schemas.openxmlformats.org/officeDocument/2006/relationships" id="259" r:id="Rae4ed353ca834eb3"/>
    <p:sldId xmlns:r="http://schemas.openxmlformats.org/officeDocument/2006/relationships" id="260" r:id="Ra1b02be37e2e4ff2"/>
    <p:sldId xmlns:r="http://schemas.openxmlformats.org/officeDocument/2006/relationships" id="261" r:id="Rfe59078e123f44b1"/>
    <p:sldId xmlns:r="http://schemas.openxmlformats.org/officeDocument/2006/relationships" id="262" r:id="R590dc5576ed441ae"/>
    <p:sldId xmlns:r="http://schemas.openxmlformats.org/officeDocument/2006/relationships" id="263" r:id="R0328f91799364ba2"/>
    <p:sldId xmlns:r="http://schemas.openxmlformats.org/officeDocument/2006/relationships" id="264" r:id="Re580240414f64df3"/>
    <p:sldId xmlns:r="http://schemas.openxmlformats.org/officeDocument/2006/relationships" id="265" r:id="Re3803403ee9b468b"/>
    <p:sldId xmlns:r="http://schemas.openxmlformats.org/officeDocument/2006/relationships" id="266" r:id="Re9729d197679489d"/>
    <p:sldId xmlns:r="http://schemas.openxmlformats.org/officeDocument/2006/relationships" id="267" r:id="R17364f024e114fa7"/>
    <p:sldId xmlns:r="http://schemas.openxmlformats.org/officeDocument/2006/relationships" id="268" r:id="Ra32d2299b1e34645"/>
    <p:sldId xmlns:r="http://schemas.openxmlformats.org/officeDocument/2006/relationships" id="269" r:id="R112da9e5e26d4a1a"/>
    <p:sldId xmlns:r="http://schemas.openxmlformats.org/officeDocument/2006/relationships" id="270" r:id="Rfc6e8098b0094e49"/>
    <p:sldId xmlns:r="http://schemas.openxmlformats.org/officeDocument/2006/relationships" id="271" r:id="R637ab624bb744813"/>
    <p:sldId xmlns:r="http://schemas.openxmlformats.org/officeDocument/2006/relationships" id="272" r:id="R83dee26be35c43dd"/>
    <p:sldId xmlns:r="http://schemas.openxmlformats.org/officeDocument/2006/relationships" id="273" r:id="R618fda44c9f74872"/>
    <p:sldId xmlns:r="http://schemas.openxmlformats.org/officeDocument/2006/relationships" id="274" r:id="R1b6aa91c6bb84531"/>
    <p:sldId xmlns:r="http://schemas.openxmlformats.org/officeDocument/2006/relationships" id="275" r:id="Rff9f2644ad404234"/>
    <p:sldId xmlns:r="http://schemas.openxmlformats.org/officeDocument/2006/relationships" id="276" r:id="Rffdacc3614814b34"/>
    <p:sldId xmlns:r="http://schemas.openxmlformats.org/officeDocument/2006/relationships" id="277" r:id="R7cd2e17b0ac44598"/>
    <p:sldId xmlns:r="http://schemas.openxmlformats.org/officeDocument/2006/relationships" id="278" r:id="Rbaf6e7b843f34b38"/>
    <p:sldId xmlns:r="http://schemas.openxmlformats.org/officeDocument/2006/relationships" id="279" r:id="Re58715032f894a0b"/>
    <p:sldId xmlns:r="http://schemas.openxmlformats.org/officeDocument/2006/relationships" id="280" r:id="R671b64fee09647d1"/>
    <p:sldId xmlns:r="http://schemas.openxmlformats.org/officeDocument/2006/relationships" id="281" r:id="R0f1efdb0735b4810"/>
    <p:sldId xmlns:r="http://schemas.openxmlformats.org/officeDocument/2006/relationships" id="282" r:id="R299277170d58463a"/>
    <p:sldId xmlns:r="http://schemas.openxmlformats.org/officeDocument/2006/relationships" id="283" r:id="R47c1e12bebaf4e1e"/>
    <p:sldId xmlns:r="http://schemas.openxmlformats.org/officeDocument/2006/relationships" id="284" r:id="R33f2281931074e26"/>
    <p:sldId xmlns:r="http://schemas.openxmlformats.org/officeDocument/2006/relationships" id="285" r:id="Rcb00a46c0526422d"/>
    <p:sldId xmlns:r="http://schemas.openxmlformats.org/officeDocument/2006/relationships" id="286" r:id="Rdefdab25799b403c"/>
    <p:sldId xmlns:r="http://schemas.openxmlformats.org/officeDocument/2006/relationships" id="287" r:id="Rf00af2c51ef04723"/>
    <p:sldId xmlns:r="http://schemas.openxmlformats.org/officeDocument/2006/relationships" id="288" r:id="R6dd932b7d3e94967"/>
    <p:sldId xmlns:r="http://schemas.openxmlformats.org/officeDocument/2006/relationships" id="289" r:id="R05566556677748cd"/>
    <p:sldId xmlns:r="http://schemas.openxmlformats.org/officeDocument/2006/relationships" id="290" r:id="Rff449ac26a254c77"/>
    <p:sldId xmlns:r="http://schemas.openxmlformats.org/officeDocument/2006/relationships" id="291" r:id="Rce57f775d351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1f3484e124c0d" /><Relationship Type="http://schemas.openxmlformats.org/officeDocument/2006/relationships/slideMaster" Target="/ppt/slideMasters/slideMaster1.xml" Id="Rc9e88217567e4db7" /><Relationship Type="http://schemas.openxmlformats.org/officeDocument/2006/relationships/notesMaster" Target="/ppt/notesMasters/notesMaster1.xml" Id="Rc18a70ab738d4fdd" /><Relationship Type="http://schemas.openxmlformats.org/officeDocument/2006/relationships/presProps" Target="/ppt/presProps.xml" Id="Rdd6d008c9f824ff1" /><Relationship Type="http://schemas.openxmlformats.org/officeDocument/2006/relationships/tableStyles" Target="/ppt/tableStyles.xml" Id="R5dfb1b75d143461b" /><Relationship Type="http://schemas.openxmlformats.org/officeDocument/2006/relationships/slide" Target="/ppt/slides/slide1.xml" Id="Re8ed2e66c8d84047" /><Relationship Type="http://schemas.openxmlformats.org/officeDocument/2006/relationships/slide" Target="/ppt/slides/slide2.xml" Id="R4746b0e7c5ef4131" /><Relationship Type="http://schemas.openxmlformats.org/officeDocument/2006/relationships/slide" Target="/ppt/slides/slide3.xml" Id="Rbc31ff09593c4d17" /><Relationship Type="http://schemas.openxmlformats.org/officeDocument/2006/relationships/slide" Target="/ppt/slides/slide4.xml" Id="Rae4ed353ca834eb3" /><Relationship Type="http://schemas.openxmlformats.org/officeDocument/2006/relationships/slide" Target="/ppt/slides/slide5.xml" Id="Ra1b02be37e2e4ff2" /><Relationship Type="http://schemas.openxmlformats.org/officeDocument/2006/relationships/slide" Target="/ppt/slides/slide6.xml" Id="Rfe59078e123f44b1" /><Relationship Type="http://schemas.openxmlformats.org/officeDocument/2006/relationships/slide" Target="/ppt/slides/slide7.xml" Id="R590dc5576ed441ae" /><Relationship Type="http://schemas.openxmlformats.org/officeDocument/2006/relationships/slide" Target="/ppt/slides/slide8.xml" Id="R0328f91799364ba2" /><Relationship Type="http://schemas.openxmlformats.org/officeDocument/2006/relationships/slide" Target="/ppt/slides/slide9.xml" Id="Re580240414f64df3" /><Relationship Type="http://schemas.openxmlformats.org/officeDocument/2006/relationships/slide" Target="/ppt/slides/slide10.xml" Id="Re3803403ee9b468b" /><Relationship Type="http://schemas.openxmlformats.org/officeDocument/2006/relationships/slide" Target="/ppt/slides/slide11.xml" Id="Re9729d197679489d" /><Relationship Type="http://schemas.openxmlformats.org/officeDocument/2006/relationships/slide" Target="/ppt/slides/slide12.xml" Id="R17364f024e114fa7" /><Relationship Type="http://schemas.openxmlformats.org/officeDocument/2006/relationships/slide" Target="/ppt/slides/slide13.xml" Id="Ra32d2299b1e34645" /><Relationship Type="http://schemas.openxmlformats.org/officeDocument/2006/relationships/slide" Target="/ppt/slides/slide14.xml" Id="R112da9e5e26d4a1a" /><Relationship Type="http://schemas.openxmlformats.org/officeDocument/2006/relationships/slide" Target="/ppt/slides/slide15.xml" Id="Rfc6e8098b0094e49" /><Relationship Type="http://schemas.openxmlformats.org/officeDocument/2006/relationships/slide" Target="/ppt/slides/slide16.xml" Id="R637ab624bb744813" /><Relationship Type="http://schemas.openxmlformats.org/officeDocument/2006/relationships/slide" Target="/ppt/slides/slide17.xml" Id="R83dee26be35c43dd" /><Relationship Type="http://schemas.openxmlformats.org/officeDocument/2006/relationships/slide" Target="/ppt/slides/slide18.xml" Id="R618fda44c9f74872" /><Relationship Type="http://schemas.openxmlformats.org/officeDocument/2006/relationships/slide" Target="/ppt/slides/slide19.xml" Id="R1b6aa91c6bb84531" /><Relationship Type="http://schemas.openxmlformats.org/officeDocument/2006/relationships/slide" Target="/ppt/slides/slide20.xml" Id="Rff9f2644ad404234" /><Relationship Type="http://schemas.openxmlformats.org/officeDocument/2006/relationships/slide" Target="/ppt/slides/slide21.xml" Id="Rffdacc3614814b34" /><Relationship Type="http://schemas.openxmlformats.org/officeDocument/2006/relationships/slide" Target="/ppt/slides/slide22.xml" Id="R7cd2e17b0ac44598" /><Relationship Type="http://schemas.openxmlformats.org/officeDocument/2006/relationships/slide" Target="/ppt/slides/slide23.xml" Id="Rbaf6e7b843f34b38" /><Relationship Type="http://schemas.openxmlformats.org/officeDocument/2006/relationships/slide" Target="/ppt/slides/slide24.xml" Id="Re58715032f894a0b" /><Relationship Type="http://schemas.openxmlformats.org/officeDocument/2006/relationships/slide" Target="/ppt/slides/slide25.xml" Id="R671b64fee09647d1" /><Relationship Type="http://schemas.openxmlformats.org/officeDocument/2006/relationships/slide" Target="/ppt/slides/slide26.xml" Id="R0f1efdb0735b4810" /><Relationship Type="http://schemas.openxmlformats.org/officeDocument/2006/relationships/slide" Target="/ppt/slides/slide27.xml" Id="R299277170d58463a" /><Relationship Type="http://schemas.openxmlformats.org/officeDocument/2006/relationships/slide" Target="/ppt/slides/slide28.xml" Id="R47c1e12bebaf4e1e" /><Relationship Type="http://schemas.openxmlformats.org/officeDocument/2006/relationships/slide" Target="/ppt/slides/slide29.xml" Id="R33f2281931074e26" /><Relationship Type="http://schemas.openxmlformats.org/officeDocument/2006/relationships/slide" Target="/ppt/slides/slide30.xml" Id="Rcb00a46c0526422d" /><Relationship Type="http://schemas.openxmlformats.org/officeDocument/2006/relationships/slide" Target="/ppt/slides/slide31.xml" Id="Rdefdab25799b403c" /><Relationship Type="http://schemas.openxmlformats.org/officeDocument/2006/relationships/slide" Target="/ppt/slides/slide32.xml" Id="Rf00af2c51ef04723" /><Relationship Type="http://schemas.openxmlformats.org/officeDocument/2006/relationships/slide" Target="/ppt/slides/slide33.xml" Id="R6dd932b7d3e94967" /><Relationship Type="http://schemas.openxmlformats.org/officeDocument/2006/relationships/slide" Target="/ppt/slides/slide34.xml" Id="R05566556677748cd" /><Relationship Type="http://schemas.openxmlformats.org/officeDocument/2006/relationships/slide" Target="/ppt/slides/slide35.xml" Id="Rff449ac26a254c77" /><Relationship Type="http://schemas.openxmlformats.org/officeDocument/2006/relationships/slide" Target="/ppt/slides/slide36.xml" Id="Rce57f775d351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a719019c0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6e187a9264970" /><Relationship Type="http://schemas.openxmlformats.org/officeDocument/2006/relationships/notesMaster" Target="/ppt/notesMasters/notesMaster1.xml" Id="Rd6ba87770fec45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04c4900144eb" /><Relationship Type="http://schemas.openxmlformats.org/officeDocument/2006/relationships/notesMaster" Target="/ppt/notesMasters/notesMaster1.xml" Id="Rae1d711f9890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ce734e65b84f03" /><Relationship Type="http://schemas.openxmlformats.org/officeDocument/2006/relationships/notesMaster" Target="/ppt/notesMasters/notesMaster1.xml" Id="R3196595326904c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bd2ae38c244181" /><Relationship Type="http://schemas.openxmlformats.org/officeDocument/2006/relationships/notesMaster" Target="/ppt/notesMasters/notesMaster1.xml" Id="Rb45bffc5c14d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50df7094b47c4" /><Relationship Type="http://schemas.openxmlformats.org/officeDocument/2006/relationships/notesMaster" Target="/ppt/notesMasters/notesMaster1.xml" Id="Ra29a7855fc7e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eed1dbe064194" /><Relationship Type="http://schemas.openxmlformats.org/officeDocument/2006/relationships/notesMaster" Target="/ppt/notesMasters/notesMaster1.xml" Id="R900954858920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bf2fae2d674d8b" /><Relationship Type="http://schemas.openxmlformats.org/officeDocument/2006/relationships/notesMaster" Target="/ppt/notesMasters/notesMaster1.xml" Id="R9a68c937125640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d1f28bd684f47" /><Relationship Type="http://schemas.openxmlformats.org/officeDocument/2006/relationships/notesMaster" Target="/ppt/notesMasters/notesMaster1.xml" Id="R4f66a1fe0757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82f67a9a94eb0" /><Relationship Type="http://schemas.openxmlformats.org/officeDocument/2006/relationships/notesMaster" Target="/ppt/notesMasters/notesMaster1.xml" Id="R0dcd16fd2217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d494a01c6d4c2b" /><Relationship Type="http://schemas.openxmlformats.org/officeDocument/2006/relationships/notesMaster" Target="/ppt/notesMasters/notesMaster1.xml" Id="Rf0be8b2ba7f8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c2dac3e3384d40" /><Relationship Type="http://schemas.openxmlformats.org/officeDocument/2006/relationships/notesMaster" Target="/ppt/notesMasters/notesMaster1.xml" Id="R12b543772d5040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7db9ff243443af" /><Relationship Type="http://schemas.openxmlformats.org/officeDocument/2006/relationships/notesMaster" Target="/ppt/notesMasters/notesMaster1.xml" Id="R41d7c42f991c48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d318d74824b8f" /><Relationship Type="http://schemas.openxmlformats.org/officeDocument/2006/relationships/notesMaster" Target="/ppt/notesMasters/notesMaster1.xml" Id="R6cc8e392453a40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6e000b97a5487e" /><Relationship Type="http://schemas.openxmlformats.org/officeDocument/2006/relationships/notesMaster" Target="/ppt/notesMasters/notesMaster1.xml" Id="Rd4903da3fca4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2a1051921a476d" /><Relationship Type="http://schemas.openxmlformats.org/officeDocument/2006/relationships/notesMaster" Target="/ppt/notesMasters/notesMaster1.xml" Id="R145e09a0677a4e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1b9fc78b574304" /><Relationship Type="http://schemas.openxmlformats.org/officeDocument/2006/relationships/notesMaster" Target="/ppt/notesMasters/notesMaster1.xml" Id="Raf7a5c504e8c42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7e2ace3f364bb4" /><Relationship Type="http://schemas.openxmlformats.org/officeDocument/2006/relationships/notesMaster" Target="/ppt/notesMasters/notesMaster1.xml" Id="Rdae45306c3c143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9c39e0e34f5d" /><Relationship Type="http://schemas.openxmlformats.org/officeDocument/2006/relationships/notesMaster" Target="/ppt/notesMasters/notesMaster1.xml" Id="R7b480820a0044f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d8867e05e74d7b" /><Relationship Type="http://schemas.openxmlformats.org/officeDocument/2006/relationships/notesMaster" Target="/ppt/notesMasters/notesMaster1.xml" Id="R8033f3f879b142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7b4f2a22743ff" /><Relationship Type="http://schemas.openxmlformats.org/officeDocument/2006/relationships/notesMaster" Target="/ppt/notesMasters/notesMaster1.xml" Id="R4b9ce22d074142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16c2e7bab84a96" /><Relationship Type="http://schemas.openxmlformats.org/officeDocument/2006/relationships/notesMaster" Target="/ppt/notesMasters/notesMaster1.xml" Id="R2275f7ce1f994e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907580cc774395" /><Relationship Type="http://schemas.openxmlformats.org/officeDocument/2006/relationships/notesMaster" Target="/ppt/notesMasters/notesMaster1.xml" Id="R469ab764229447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cb433f060f4963" /><Relationship Type="http://schemas.openxmlformats.org/officeDocument/2006/relationships/notesMaster" Target="/ppt/notesMasters/notesMaster1.xml" Id="R7b4d7234a6044d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a4b0c937a34b4b" /><Relationship Type="http://schemas.openxmlformats.org/officeDocument/2006/relationships/notesMaster" Target="/ppt/notesMasters/notesMaster1.xml" Id="Rc2246cd9c6a846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d6218a495d47cc" /><Relationship Type="http://schemas.openxmlformats.org/officeDocument/2006/relationships/notesMaster" Target="/ppt/notesMasters/notesMaster1.xml" Id="R3d5dcb5fc3b946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27dd530cc34012" /><Relationship Type="http://schemas.openxmlformats.org/officeDocument/2006/relationships/notesMaster" Target="/ppt/notesMasters/notesMaster1.xml" Id="Rf1d88de2a7ca48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574ee6f72646ed" /><Relationship Type="http://schemas.openxmlformats.org/officeDocument/2006/relationships/notesMaster" Target="/ppt/notesMasters/notesMaster1.xml" Id="R5343f4f46e024e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30466004cc4193" /><Relationship Type="http://schemas.openxmlformats.org/officeDocument/2006/relationships/notesMaster" Target="/ppt/notesMasters/notesMaster1.xml" Id="R49fd3b65ef5044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4bd6a826b04c10" /><Relationship Type="http://schemas.openxmlformats.org/officeDocument/2006/relationships/notesMaster" Target="/ppt/notesMasters/notesMaster1.xml" Id="R02760a6c7df24a6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d0436381f6401c" /><Relationship Type="http://schemas.openxmlformats.org/officeDocument/2006/relationships/notesMaster" Target="/ppt/notesMasters/notesMaster1.xml" Id="R080d4de62ebf41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7f0224225e4dba" /><Relationship Type="http://schemas.openxmlformats.org/officeDocument/2006/relationships/notesMaster" Target="/ppt/notesMasters/notesMaster1.xml" Id="R00fbaf2ef36c43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9b230ea7c44160" /><Relationship Type="http://schemas.openxmlformats.org/officeDocument/2006/relationships/notesMaster" Target="/ppt/notesMasters/notesMaster1.xml" Id="Rd2a61c7ba35a47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a83218b7254a5e" /><Relationship Type="http://schemas.openxmlformats.org/officeDocument/2006/relationships/notesMaster" Target="/ppt/notesMasters/notesMaster1.xml" Id="R66b0be88079f4e4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f4899d87ad4280" /><Relationship Type="http://schemas.openxmlformats.org/officeDocument/2006/relationships/notesMaster" Target="/ppt/notesMasters/notesMaster1.xml" Id="R38d47d1dbe65492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34e1d4a1f44fa0" /><Relationship Type="http://schemas.openxmlformats.org/officeDocument/2006/relationships/notesMaster" Target="/ppt/notesMasters/notesMaster1.xml" Id="R635d27840b0145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327ada477b42ba" /><Relationship Type="http://schemas.openxmlformats.org/officeDocument/2006/relationships/notesMaster" Target="/ppt/notesMasters/notesMaster1.xml" Id="R1cdcf2d0ba07465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Hyrje, rreth 1 minutë. Prezanto çfarë do të kuptojë personi: produktet, modelin e biznesit dhe punën konkrete të përditshme. Përshtate kohën e prezantimit me audiencën. Ky prezantim paraqet kuadrin e biznesit në Kroaci dhe mundësitë e FCC sipas gjendjes më 4 tetor 2026.</a:t>
            </a:r>
          </a:p>
          <a:p>
            <a:r>
              <a:t/>
            </a:r>
          </a:p>
          <a:p>
            <a:r>
              <a:t>Burime:</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Prezanto veten personalisht, rreth 1 minutë. Fol vetëm për përvojën tënde të verifikueshme. Pjesën e përbashkët pas kësaj hyrjeje e përdor i gjithë ekipi.</a:t>
            </a:r>
          </a:p>
          <a:p>
            <a:r>
              <a:t/>
            </a:r>
          </a:p>
          <a:p>
            <a:r>
              <a:t>Burime:</a:t>
            </a:r>
          </a:p>
          <a:p>
            <a:r>
              <a:t>Materiali origjinal i përdoruesit, fotografitë hyrëse.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Njofto një shembull praktik: personi zgjedh një produkt ose webinar, bisedon me një kontakt dhe shënon marrëveshjen e radhës. Mos premto rezultate ose të ardhura.</a:t>
            </a:r>
          </a:p>
          <a:p>
            <a:r>
              <a:t/>
            </a:r>
          </a:p>
          <a:p>
            <a:r>
              <a:t>Burime:</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Forever u themelua në vitin 1978. Numri i tregjeve ndryshon në faqet zyrtare rajonale, prandaj këtu nuk jepet një shifër e vetme. FCC është një sistem i veçantë dhe i pavarur i ekipit.</a:t>
            </a:r>
          </a:p>
          <a:p>
            <a:r>
              <a:t/>
            </a:r>
          </a:p>
          <a:p>
            <a:r>
              <a:t>Burime:</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Biseda fillon nga nevoja reale, zakonet dhe buxheti i personit. Trego produktin, etiketën lokale dhe udhëzimet. Mos shpik efekte shëndetësore. Fotografia ilustron ofertën dhe nuk është lista aktuale e çmimeve lokale.</a:t>
            </a:r>
          </a:p>
          <a:p>
            <a:r>
              <a:t/>
            </a:r>
          </a:p>
          <a:p>
            <a:r>
              <a:t>Burime:</a:t>
            </a:r>
          </a:p>
          <a:p>
            <a:r>
              <a:t>https://foreverliving.com/shop/hrv/hr-hr/products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Fotografitë nga prezantimi i dërguar tregojnë prodhimin dhe shpërndarjen. Fol për përgjegjësitë e kompanisë dhe mos premto efekte shëndetësore.</a:t>
            </a:r>
          </a:p>
          <a:p>
            <a:r>
              <a:t/>
            </a:r>
          </a:p>
          <a:p>
            <a:r>
              <a:t>Burime:</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Të dyja zgjedhjet kanë kuptim. Drejtimi i biznesit kërkon një vendim të veçantë dhe plotësimin e kushteve lokale. Qasja në FCC lidhet me llogarinë FCC dhe përfitimet e disponueshme. Nuk është e njëjta gjë si llogaria e biznesit Forever.</a:t>
            </a:r>
          </a:p>
          <a:p>
            <a:r>
              <a:t/>
            </a:r>
          </a:p>
          <a:p>
            <a:r>
              <a:t>Burime:</a:t>
            </a:r>
          </a:p>
          <a:p>
            <a:r>
              <a:t>https://cdn.foreverliving.com/content/MarketingConfigurableContent/HRV/Poslovna%20politika/Poslovna%20politika.pdf</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Politika e biznesit në Kroaci, botimi në fuqi nga 1 korriku 2026. CC janë pikë llogaritjeje të produkteve. Pas 2 CC në dy muaj radhazi zbatohet 30% për porositë pasuese dhe mundësia për të zgjedhur veçmas pjesëmarrjen në biznes. Verifiko çmimin, përmbajtjen e paketës dhe momentin e zbatimit të zbritjes në dyqanin zyrtar lokal. Mos rekomando blerje vetëm për pikë pa nevojë reale.</a:t>
            </a:r>
          </a:p>
          <a:p>
            <a:r>
              <a:t/>
            </a:r>
          </a:p>
          <a:p>
            <a:r>
              <a:t>Burime:</a:t>
            </a:r>
          </a:p>
          <a:p>
            <a:r>
              <a:t>https://cdn.foreverliving.com/content/MarketingConfigurableContent/HRV/Poslovna%20politika/Poslovna%20politika.pdf</a:t>
            </a:r>
          </a:p>
          <a:p>
            <a:r>
              <a:t>https://cdn.foreverliving.com/content/MarketingConfigurableContent/HRV/Preuzimanja/Novi_start_paketi_2025.pdf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2 minuta. Në Kroaci, 30% pas kualifikimit nuk është e njëjta gjë si bonusi personal ose të ardhurat neto. Çmimi i përshtatur deri në 48% kundrejt SRP është një term nga politika, jo komision i garantuar për çdo porosi. Bazat e llogaritjes dhe zbatimi varen nga lloji i shitjes dhe politika.</a:t>
            </a:r>
          </a:p>
          <a:p>
            <a:r>
              <a:t/>
            </a:r>
          </a:p>
          <a:p>
            <a:r>
              <a:t>Burime: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2 minuta. Ky është shpjegim i burimeve të të ardhurave të mundshme, jo parashikim fitimi. Normat dhe bazat verifikohen në politikën lokale. Vetë regjistrimi nuk krijon të ardhura. Normat e hollësishme janë në shtojcë.</a:t>
            </a:r>
          </a:p>
          <a:p>
            <a:r>
              <a:t/>
            </a:r>
          </a:p>
          <a:p>
            <a:r>
              <a:t>Burime: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Politika kroate 4.01. Supervisor ka pragun 10 CC jashtë linjave Manager, por afati është kontradiktor midis 4.01(b) dhe 4.01(g) të së njëjtës politikë, ndaj nuk jepet këtu. Shpjego CC si vëllim shitjeje dhe kurrë si numër personash të regjistruar. Niveli nuk garanton bonus mujor.</a:t>
            </a:r>
          </a:p>
          <a:p>
            <a:r>
              <a:t/>
            </a:r>
          </a:p>
          <a:p>
            <a:r>
              <a:t>Burime: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Sipas politikës kroate, një FBO aktiv ka 4 CC, me të paktën 1 CC të blerë personalisht. Niveli i arritur dhe e drejta për bonus janë koncepte të ndara. Këto nuk janë rregulla universale globale. Nuk blihet për kualifikim pa kërkesë reale. Të dhënat numerike CC nga FLP360 në FCC janë të përmbledhura dhe nuk provojnë një porosi nga një klient i caktuar.</a:t>
            </a:r>
          </a:p>
          <a:p>
            <a:r>
              <a:t/>
            </a:r>
          </a:p>
          <a:p>
            <a:r>
              <a:t>Burime:</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Programet e stimulimit kanë kualifikime shtesë, kërkesa për ruajtjen e tyre dhe kushte lokale. Mos i prezanto si makinë falas ose udhëtim të garantuar. Shtojca përmban përmbledhjen, ndërsa politika përmban kushtet e plota.</a:t>
            </a:r>
          </a:p>
          <a:p>
            <a:r>
              <a:t/>
            </a:r>
          </a:p>
          <a:p>
            <a:r>
              <a:t>Burime: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Shprehe qartë pavarësinë e FCC. FCC nuk prodhon, nuk dërgon produkte dhe nuk paguan bonuse Forever. Roli i tij është të organizojë punën, edukimin, rekomandimet personale dhe mbështetjen.</a:t>
            </a:r>
          </a:p>
          <a:p>
            <a:r>
              <a:t/>
            </a:r>
          </a:p>
          <a:p>
            <a:r>
              <a:t>Burime:</a:t>
            </a:r>
          </a:p>
          <a:p>
            <a:r>
              <a:t>https://forevercard.club/partner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Karta bashkon kontaktin, përmbajtjen dhe dyqanin Forever në internet. Blloku i ri kryesor përdor Forever ID nga llogaria dhe logjikën ekzistuese të ridrejtimit. Vizitori mund të verifikojë tregun. Disponueshmëria e produkteve dhe kushtet e blerjes përcaktohen nga dyqani lokal Forever.</a:t>
            </a:r>
          </a:p>
          <a:p>
            <a:r>
              <a:t/>
            </a:r>
          </a:p>
          <a:p>
            <a:r>
              <a:t>Burime:</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Pamja e sistemit real në prodhim u regjistrua më 4 tetor 2026. Shembulli është Fiber Fusion. Hapja e WhatsApp vetëm përgatit mesazhin. Përdoruesi e shqyrton dhe e dërgon vetë. Artikulli dhe dyqani zyrtar janë faqe të ndryshme. Mos kliko dërgimin gjatë demonstrimit pa qëllim real.</a:t>
            </a:r>
          </a:p>
          <a:p>
            <a:r>
              <a:t/>
            </a:r>
          </a:p>
          <a:p>
            <a:r>
              <a:t>Burime:</a:t>
            </a:r>
          </a:p>
          <a:p>
            <a:r>
              <a:t>https://forevercard.club/partner/share</a:t>
            </a:r>
          </a:p>
          <a:p>
            <a:r>
              <a:t>https://forevercard.club/blog/forever-fiber-fusion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Rekomandimi për bashkëpunim biznesi dhe Start Your Journey, përmes logjikës ekzistuese të ridrejtimit, çon në procesin zyrtar lokal të Forever me rekomandimin e bashkëpunëtorit. Çmimet, disponueshmëria dhe kushtet lokale nuk janë të njëjta në të gjitha vendet. Vetë mysafiri shqyrton dhe konfirmon porosinë dhe regjistrimin.</a:t>
            </a:r>
          </a:p>
          <a:p>
            <a:r>
              <a:t/>
            </a:r>
          </a:p>
          <a:p>
            <a:r>
              <a:t>Burime:</a:t>
            </a:r>
          </a:p>
          <a:p>
            <a:r>
              <a:t>https://forevercard.club/partner-marketing</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Kontaktet dhe kujtesat janë të disponueshme në paketën Free. Regjistrimi për webinar mund të lidhet me një kontakt ekzistues. Titulli dhe shembulli janë të imagjinuar dhe nuk janë të dhëna personale të anëtarëve realë. Mesazhi i përgatitur ose i kopjuar nuk është i dërguar. Dërgimi konfirmohet veçmas.</a:t>
            </a:r>
          </a:p>
          <a:p>
            <a:r>
              <a:t/>
            </a:r>
          </a:p>
          <a:p>
            <a:r>
              <a:t>Burime:</a:t>
            </a:r>
          </a:p>
          <a:p>
            <a:r>
              <a:t>https://forevercard.club/partner/contacts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Coach personal PRO ndihmon me mesazhin, detyrën dhe reflektimin sipas kontekstit të njohur. Nuk dërgon mesazhe në vend të përdoruesit dhe nuk konfirmon rezultatin e blerjes. Pyetja në shembull është e imagjinuar. Mos shfaq biseda reale private gjatë një webinari publik.</a:t>
            </a:r>
          </a:p>
          <a:p>
            <a:r>
              <a:t/>
            </a:r>
          </a:p>
          <a:p>
            <a:r>
              <a:t>Burime:</a:t>
            </a:r>
          </a:p>
          <a:p>
            <a:r>
              <a:t>https://forevercard.club/partner?view=coach</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Programi aktual parashikon 90 hapa. Disponueshmëria varet nga kushtet e llogarisë dhe të programit. Hapi i papërfunduar mbetet derisa të konfirmohet përfundimi i tij. Detyra e radhës e zakonshme vjen pasi përfundon detyra e sotme, sipas rregullave të programit.</a:t>
            </a:r>
          </a:p>
          <a:p>
            <a:r>
              <a:t/>
            </a:r>
          </a:p>
          <a:p>
            <a:r>
              <a:t>Burime:</a:t>
            </a:r>
          </a:p>
          <a:p>
            <a:r>
              <a:t>https://forevercard.club/partner</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Edukimi përmban gjashtë mësime me video dhe tema të lidhura me bisedën me sponsorin ose ekipin. Trego një shembull pyetjeje dhe si përdoret ajo në bisedë. Pamja e sistemit FCC më 4 tetor 2026.</a:t>
            </a:r>
          </a:p>
          <a:p>
            <a:r>
              <a:t/>
            </a:r>
          </a:p>
          <a:p>
            <a:r>
              <a:t>Burime:</a:t>
            </a:r>
          </a:p>
          <a:p>
            <a:r>
              <a:t>https://forevercard.club/partner?view=materials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Pamje reale e sistemit në prodhim më 4 tetor 2026. Data në demonstrim është shembull dhe jo orar i përhershëm. Çdo bashkëpunëtor përdor ftesën personale. Videoja dhe hyrja personale varen nga paketa PRO. Hapja e WhatsApp nuk provon dërgimin. Ftesën mund ta përshtatësh dhe ta ndash vetë.</a:t>
            </a:r>
          </a:p>
          <a:p>
            <a:r>
              <a:t/>
            </a:r>
          </a:p>
          <a:p>
            <a:r>
              <a:t>Burime:</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2 minuta. Marko është shembull i imagjinuar. Regjistrimi është i ndarë nga pjesëmarrja dhe nuk ka provim automatik të pjesëmarrjes në Zoom. Mysafiri merr konfirmim dhe kujtesa të disponueshme sipas pëlqimeve dhe konfirmimit të adresës elektronike. Regjistrimi përsëri për një datë tjetër krijon evidencë të veçantë pjesëmarrjeje dhe lidhet me të njëjtin kontakt të njohur. Kur identiteti nuk është i qartë, bëhet verifikim.</a:t>
            </a:r>
          </a:p>
          <a:p>
            <a:r>
              <a:t/>
            </a:r>
          </a:p>
          <a:p>
            <a:r>
              <a:t>Burime:</a:t>
            </a:r>
          </a:p>
          <a:p>
            <a:r>
              <a:t>https://forevercard.club/partner-webinar?view=activity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Organizatori me paketën PRO zgjedh një datë të vetme ose javore, gjuhën dhe dukshmërinë vetëm për ftesat e veta ose për të gjithë ekipin e tij të konfirmuar FCC. Anëtarët e ekipit të tij mund të ftojnë me lidhjen e tyre dhe marrin kontaktet e tyre. Organizatori sheh numrin e përgjithshëm, jo CRM privat të anëtarëve të tjerë. Gjuha e ngjarjes dhe gjuha e llogarisë janë të ndara.</a:t>
            </a:r>
          </a:p>
          <a:p>
            <a:r>
              <a:t/>
            </a:r>
          </a:p>
          <a:p>
            <a:r>
              <a:t>Burime:</a:t>
            </a:r>
          </a:p>
          <a:p>
            <a:r>
              <a:t>https://forevercard.club/partner-webinar?view=manage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PRO paraqet strukturën e konfirmuar FCC, të dhënat e përmbledhura CC dhe përparimin. Ndryshimi i CC nuk provon që një kontakt i caktuar ka blerë një produkt të caktuar. Kontaktimi personal menaxhon draftin, dërgimin e konfirmuar dhe kujtesën. Mos shfaq anëtarë dhe të dhëna private gjatë demonstrimit publik.</a:t>
            </a:r>
          </a:p>
          <a:p>
            <a:r>
              <a:t/>
            </a:r>
          </a:p>
          <a:p>
            <a:r>
              <a:t>Burime:</a:t>
            </a:r>
          </a:p>
          <a:p>
            <a:r>
              <a:t>https://forevercard.club/partner/team</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2 minuta ose një demonstrim i shkurtër. Ana është shembull i imagjinuar. Trego një detyrë dhe një mesazh të përgatitur pa e dërguar realisht. Më pas trego ku shënohet marrëveshja. Mos hap të dhëna private CRM para audiencës.</a:t>
            </a:r>
          </a:p>
          <a:p>
            <a:r>
              <a:t/>
            </a:r>
          </a:p>
          <a:p>
            <a:r>
              <a:t>Burime:</a:t>
            </a:r>
          </a:p>
          <a:p>
            <a:r>
              <a:t>https://forevercard.club/partner</a:t>
            </a:r>
          </a:p>
          <a:p>
            <a:r>
              <a:t>https://forevercard.club/partner/contacts</a:t>
            </a:r>
          </a:p>
          <a:p>
            <a:r>
              <a:t>https://forevercard.club/partner/share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Ritmi i propozuar është shembull organizimi dhe jo detyrim zyrtar i programit. Data zgjidhet nga orari aktual. Mos supozo të mërkurën, të dielën ose të njëjtën orë për të gjitha ekipet.</a:t>
            </a:r>
          </a:p>
          <a:p>
            <a:r>
              <a:t/>
            </a:r>
          </a:p>
          <a:p>
            <a:r>
              <a:t>Burime:</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1,5 minuta. Ky është shembull i fillimit me sponsorin, jo zëvendësim i kritereve konkrete të programit Rruga ime. Aktivizimi i llogarisë dhe qasja në program kanë kushtet e tyre. Përshtate ritmin me kohën dhe njohuritë e personit.</a:t>
            </a:r>
          </a:p>
          <a:p>
            <a:r>
              <a:t/>
            </a:r>
          </a:p>
          <a:p>
            <a:r>
              <a:t>Burime:</a:t>
            </a:r>
          </a:p>
          <a:p>
            <a:r>
              <a:t>https://forevercard.club/partner</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Përfitimet reale janë verifikuar në sistemin në prodhim më 4 tetor 2026. Çmimet dhe kufijtë e saktë mund të ndryshojnë, ndaj shfaqen në FCC. Edukimi është i disponueshëm sipas kushteve të programit ekzistues. Abonimi PRO nuk është kualifikim Forever dhe nuk garanton të ardhura.</a:t>
            </a:r>
          </a:p>
          <a:p>
            <a:r>
              <a:t/>
            </a:r>
          </a:p>
          <a:p>
            <a:r>
              <a:t>Burime: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2 minuta. Fto pyetje reale. Përgjigju sipas situatës dhe rregullave lokale. Nëse nuk e di përgjigjen, shëno pyetjen dhe verifiko burimin zyrtar ose mbështetjen. Mos jep parashikime të të ardhurave.</a:t>
            </a:r>
          </a:p>
          <a:p>
            <a:r>
              <a:t/>
            </a:r>
          </a:p>
          <a:p>
            <a:r>
              <a:t>Burime:</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Rreth 1 minutë. Dakordo një bisedë me personin që e ka ftuar mysafirin, sipas nevojës bashkë me sponsorin ose managerin. Mysafiri nuk ka pse të marrë menjëherë vendim biznesi. Mos përdor një kontakt të përbashkët si zëvendësim për personin që e ka ftuar personalisht.</a:t>
            </a:r>
          </a:p>
          <a:p>
            <a:r>
              <a:t/>
            </a:r>
          </a:p>
          <a:p>
            <a:r>
              <a:t>Burime:</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Përfundimi i pjesës kryesore. Përgjigju pyetjeve dhe kujto bisedën personale. Slajdet shtesë shërbejnë për pyetje të hollësishme rreth planit të marketingut dhe nuk duhet të shqyrtohen në çdo webinar.</a:t>
            </a:r>
          </a:p>
          <a:p>
            <a:r>
              <a:t/>
            </a:r>
          </a:p>
          <a:p>
            <a:r>
              <a:t>Burime:</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Sipas nevojës. Politika kroate e biznesit e lidh bonusin personal me nivelin e shitjes, aktivitetin dhe bazën e përcaktuar. Shprehja për çmim të përshtatur deri në 48% ka kuptim të veçantë në politikë. Nuk do të thotë komision monetar i garantuar për çdo porosi. Mos i mblidh zbritjen bazë dhe bonuset si të ardhura neto të sigurta.</a:t>
            </a:r>
          </a:p>
          <a:p>
            <a:r>
              <a:t/>
            </a:r>
          </a:p>
          <a:p>
            <a:r>
              <a:t>Burime: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Sipas nevojës. Politika kroate, seksioni 10. Programi është për Manager të njohur dhe aktiv, me kushte shtesë dhe ruajtjen e tyre. Kualifikimi zgjat tre muaj radhazi. Stimulimi mund të zgjasë deri në 36 muaj. Shumat maksimale në politikë shprehen në USD. Për planin personal, verifiko llogaritjen lokale dhe kushtet e pagesës në euro.</a:t>
            </a:r>
          </a:p>
          <a:p>
            <a:r>
              <a:t/>
            </a:r>
          </a:p>
          <a:p>
            <a:r>
              <a:t>Burime: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Sipas nevojës. Këto janë pragje bazë, ndërsa rregullat e plota përcaktohen nga politika lokale në fuqi. Eagle Manager përfshin 720 CC gjithsej, 100 CC të reja, tri linja të reja Supervisor dhe kushte shtesë. Global Rally përfshin 1.500 CC gjithsej dhe 50 CC të reja. CC të reja tregojnë vëllimin e shitjes së linjave të reja. Chairman’s Bonus ka kushte të avancuara kualifikimi dhe shuma e pagesës nuk është fikse.</a:t>
            </a:r>
          </a:p>
          <a:p>
            <a:r>
              <a:t/>
            </a:r>
          </a:p>
          <a:p>
            <a:r>
              <a:t>Burime: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Sipas nevojës. Politika kroate përcakton bonuset më 15 të muajit pasues. Fitimi nga shitjet në internet transferohet në Global Pay pas datave 10, 20 dhe ditës së fundit të muajit. Llogaritja dhe mbërritja e pagesës në llogarinë bankare mund të kenë afate të ndryshme. Të ardhurat, taksat dhe regjistrimi i biznesit varen nga rrethanat reale. Pyetjet personale drejtoji te një këshilltar i kualifikuar dhe mbështetja zyrtare.</a:t>
            </a:r>
          </a:p>
          <a:p>
            <a:r>
              <a:t/>
            </a:r>
          </a:p>
          <a:p>
            <a:r>
              <a:t>Burime: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4707d873445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03b1c9a625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1a54b21bb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8e0804b00442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8e4d02edd4d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1cdb0906e742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F74769-3CBD-4239-A818-D9166EFEF5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42203-E90D-4177-99CB-E5E2C73419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2FCF2E-2D72-496B-8F60-FE46E13BE0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75AFD-5424-4228-AFD5-4BC866422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975AA1-4E8D-49F3-B4BE-05D474ECD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CF18A8-1252-41C0-8CBF-B3940F037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E68A17-6C5D-4A77-8C64-27A74687D2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D60F0C-4409-4658-8236-F7B45BD1BD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5FBD3C-3E2D-4E80-8CD4-5B20E1124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0E3664-B48C-4CCF-A458-5AD8D6B31A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32fd4c33147ec" /><Relationship Type="http://schemas.openxmlformats.org/officeDocument/2006/relationships/slideLayout" Target="/ppt/slideLayouts/slideLayout1.xml" Id="R222ce6330a5b4ca8" /><Relationship Type="http://schemas.openxmlformats.org/officeDocument/2006/relationships/slideLayout" Target="/ppt/slideLayouts/slideLayout2.xml" Id="R6b5e57ad54854d85" /><Relationship Type="http://schemas.openxmlformats.org/officeDocument/2006/relationships/slideLayout" Target="/ppt/slideLayouts/slideLayout3.xml" Id="Rab436a0ab7cb4f40" /><Relationship Type="http://schemas.openxmlformats.org/officeDocument/2006/relationships/slideLayout" Target="/ppt/slideLayouts/slideLayout4.xml" Id="R918e832eccb44b54" /><Relationship Type="http://schemas.openxmlformats.org/officeDocument/2006/relationships/slideLayout" Target="/ppt/slideLayouts/slideLayout5.xml" Id="Rf01cc88d49c044cf" /><Relationship Type="http://schemas.openxmlformats.org/officeDocument/2006/relationships/slideLayout" Target="/ppt/slideLayouts/slideLayout6.xml" Id="Rbb2fac1f08344b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ce6330a5b4ca8"/>
    <p:sldLayoutId xmlns:r="http://schemas.openxmlformats.org/officeDocument/2006/relationships" id="2147483650" r:id="R6b5e57ad54854d85"/>
    <p:sldLayoutId xmlns:r="http://schemas.openxmlformats.org/officeDocument/2006/relationships" id="2147483651" r:id="Rab436a0ab7cb4f40"/>
    <p:sldLayoutId xmlns:r="http://schemas.openxmlformats.org/officeDocument/2006/relationships" id="2147483652" r:id="R918e832eccb44b54"/>
    <p:sldLayoutId xmlns:r="http://schemas.openxmlformats.org/officeDocument/2006/relationships" id="2147483653" r:id="Rf01cc88d49c044cf"/>
    <p:sldLayoutId xmlns:r="http://schemas.openxmlformats.org/officeDocument/2006/relationships" id="2147483654" r:id="Rbb2fac1f08344b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e8b876870b4bd3" /><Relationship Type="http://schemas.openxmlformats.org/officeDocument/2006/relationships/image" Target="/ppt/media/image.jpeg" Id="R034c0eeccf4948c0" /><Relationship Type="http://schemas.openxmlformats.org/officeDocument/2006/relationships/image" Target="/ppt/media/image.png" Id="R2b8d2ff69cca4c51" /><Relationship Type="http://schemas.openxmlformats.org/officeDocument/2006/relationships/notesSlide" Target="/ppt/notesSlides/notesSlide1.xml" Id="R81b9f3349904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036672317249bc" /><Relationship Type="http://schemas.openxmlformats.org/officeDocument/2006/relationships/image" Target="/ppt/media/image2.png" Id="R83eae1d8ff684ca8" /><Relationship Type="http://schemas.openxmlformats.org/officeDocument/2006/relationships/image" Target="/ppt/media/image2.jpeg" Id="R7d26e2f4bdc14ea7" /><Relationship Type="http://schemas.openxmlformats.org/officeDocument/2006/relationships/notesSlide" Target="/ppt/notesSlides/notesSlide2.xml" Id="Rb7545ed1f51d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735092e2049a9" /><Relationship Type="http://schemas.openxmlformats.org/officeDocument/2006/relationships/image" Target="/ppt/media/image3.png" Id="R242c0c3a74d44c3e" /><Relationship Type="http://schemas.openxmlformats.org/officeDocument/2006/relationships/notesSlide" Target="/ppt/notesSlides/notesSlide3.xml" Id="Rf304fb9e41e4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17a4223055445a" /><Relationship Type="http://schemas.openxmlformats.org/officeDocument/2006/relationships/image" Target="/ppt/media/image4.png" Id="Rdae54c54c13e41c1" /><Relationship Type="http://schemas.openxmlformats.org/officeDocument/2006/relationships/image" Target="/ppt/media/image3.jpeg" Id="Ra3daa3908981400c" /><Relationship Type="http://schemas.openxmlformats.org/officeDocument/2006/relationships/notesSlide" Target="/ppt/notesSlides/notesSlide4.xml" Id="R0285fcbda835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1b2435988947ea" /><Relationship Type="http://schemas.openxmlformats.org/officeDocument/2006/relationships/image" Target="/ppt/media/image5.png" Id="Rba10fc9d1268426c" /><Relationship Type="http://schemas.openxmlformats.org/officeDocument/2006/relationships/image" Target="/ppt/media/image6.png" Id="R5eebdc2fa42747ce" /><Relationship Type="http://schemas.openxmlformats.org/officeDocument/2006/relationships/notesSlide" Target="/ppt/notesSlides/notesSlide5.xml" Id="Rfecf98df9a1a4e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d898239d1c4bc7" /><Relationship Type="http://schemas.openxmlformats.org/officeDocument/2006/relationships/image" Target="/ppt/media/image7.png" Id="Rc418f7fc157f4c3e" /><Relationship Type="http://schemas.openxmlformats.org/officeDocument/2006/relationships/image" Target="/ppt/media/image4.jpeg" Id="R760ec06578814d61" /><Relationship Type="http://schemas.openxmlformats.org/officeDocument/2006/relationships/image" Target="/ppt/media/image5.jpeg" Id="R67e74f1e1fe24f58" /><Relationship Type="http://schemas.openxmlformats.org/officeDocument/2006/relationships/notesSlide" Target="/ppt/notesSlides/notesSlide6.xml" Id="Rfe88255fd57641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6062e5e124a0a" /><Relationship Type="http://schemas.openxmlformats.org/officeDocument/2006/relationships/image" Target="/ppt/media/image8.png" Id="R9d24496200b841ee" /><Relationship Type="http://schemas.openxmlformats.org/officeDocument/2006/relationships/notesSlide" Target="/ppt/notesSlides/notesSlide7.xml" Id="R299db23e058f4f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d1c24b5618406a" /><Relationship Type="http://schemas.openxmlformats.org/officeDocument/2006/relationships/image" Target="/ppt/media/image9.png" Id="R051be96e5b284a3e" /><Relationship Type="http://schemas.openxmlformats.org/officeDocument/2006/relationships/notesSlide" Target="/ppt/notesSlides/notesSlide8.xml" Id="R0e3bd16dd9f7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0e6f8c9f284a17" /><Relationship Type="http://schemas.openxmlformats.org/officeDocument/2006/relationships/image" Target="/ppt/media/image10.png" Id="Rf661f195b5314748" /><Relationship Type="http://schemas.openxmlformats.org/officeDocument/2006/relationships/notesSlide" Target="/ppt/notesSlides/notesSlide9.xml" Id="Re8ee2aa0c2d7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528d2b8f874644" /><Relationship Type="http://schemas.openxmlformats.org/officeDocument/2006/relationships/image" Target="/ppt/media/image11.png" Id="Redb93a4280434ff1" /><Relationship Type="http://schemas.openxmlformats.org/officeDocument/2006/relationships/notesSlide" Target="/ppt/notesSlides/notesSlide10.xml" Id="R6cb81f1d52bb48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ab9d061bb401c" /><Relationship Type="http://schemas.openxmlformats.org/officeDocument/2006/relationships/image" Target="/ppt/media/image12.png" Id="R5bc897ca9a314817" /><Relationship Type="http://schemas.openxmlformats.org/officeDocument/2006/relationships/notesSlide" Target="/ppt/notesSlides/notesSlide11.xml" Id="R21c3170dc7f3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fc977a777745a7" /><Relationship Type="http://schemas.openxmlformats.org/officeDocument/2006/relationships/image" Target="/ppt/media/image13.png" Id="Rc8567ceef5234c8d" /><Relationship Type="http://schemas.openxmlformats.org/officeDocument/2006/relationships/notesSlide" Target="/ppt/notesSlides/notesSlide12.xml" Id="R8a3483c1ab694d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2506bf467547bd" /><Relationship Type="http://schemas.openxmlformats.org/officeDocument/2006/relationships/image" Target="/ppt/media/image14.png" Id="Rf83108d97d584295" /><Relationship Type="http://schemas.openxmlformats.org/officeDocument/2006/relationships/notesSlide" Target="/ppt/notesSlides/notesSlide13.xml" Id="Rb81f8c0116bd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6c16df8f9b4a2d" /><Relationship Type="http://schemas.openxmlformats.org/officeDocument/2006/relationships/notesSlide" Target="/ppt/notesSlides/notesSlide14.xml" Id="R744adfba47b348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62801bc3f64cec" /><Relationship Type="http://schemas.openxmlformats.org/officeDocument/2006/relationships/image" Target="/ppt/media/image15.png" Id="R96ec4f327d4d4f96" /><Relationship Type="http://schemas.openxmlformats.org/officeDocument/2006/relationships/notesSlide" Target="/ppt/notesSlides/notesSlide15.xml" Id="R28a7cd00d35045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80e1010a4749a2" /><Relationship Type="http://schemas.openxmlformats.org/officeDocument/2006/relationships/image" Target="/ppt/media/image16.png" Id="Rc17e468844c54e84" /><Relationship Type="http://schemas.openxmlformats.org/officeDocument/2006/relationships/image" Target="/ppt/media/image6.jpeg" Id="R94ff2c7901084e46" /><Relationship Type="http://schemas.openxmlformats.org/officeDocument/2006/relationships/notesSlide" Target="/ppt/notesSlides/notesSlide16.xml" Id="Ree7c05797a5148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da9fcec88d4440c" /><Relationship Type="http://schemas.openxmlformats.org/officeDocument/2006/relationships/image" Target="/ppt/media/image17.png" Id="R595a642bf0454749" /><Relationship Type="http://schemas.openxmlformats.org/officeDocument/2006/relationships/notesSlide" Target="/ppt/notesSlides/notesSlide17.xml" Id="R989c80c1ab7649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37c883443c4227" /><Relationship Type="http://schemas.openxmlformats.org/officeDocument/2006/relationships/image" Target="/ppt/media/image18.png" Id="Rcc997d641f674b2e" /><Relationship Type="http://schemas.openxmlformats.org/officeDocument/2006/relationships/notesSlide" Target="/ppt/notesSlides/notesSlide18.xml" Id="R8d03a8edfbe44b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1ab6cc4d054267" /><Relationship Type="http://schemas.openxmlformats.org/officeDocument/2006/relationships/image" Target="/ppt/media/image19.png" Id="R64b74fa4d54445c9" /><Relationship Type="http://schemas.openxmlformats.org/officeDocument/2006/relationships/notesSlide" Target="/ppt/notesSlides/notesSlide19.xml" Id="R73252235dda142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4f72282a1f43c7" /><Relationship Type="http://schemas.openxmlformats.org/officeDocument/2006/relationships/image" Target="/ppt/media/image20.png" Id="R5343d6ff4c174578" /><Relationship Type="http://schemas.openxmlformats.org/officeDocument/2006/relationships/notesSlide" Target="/ppt/notesSlides/notesSlide20.xml" Id="R1ae34887bf6b46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d28d195f35443d" /><Relationship Type="http://schemas.openxmlformats.org/officeDocument/2006/relationships/image" Target="/ppt/media/image21.png" Id="Rd2520270cdcb44be" /><Relationship Type="http://schemas.openxmlformats.org/officeDocument/2006/relationships/image" Target="/ppt/media/image7.jpeg" Id="Rc24afb3e1b784e7e" /><Relationship Type="http://schemas.openxmlformats.org/officeDocument/2006/relationships/notesSlide" Target="/ppt/notesSlides/notesSlide21.xml" Id="Rbc0de2a1637e4a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e16aecb56c245ae" /><Relationship Type="http://schemas.openxmlformats.org/officeDocument/2006/relationships/image" Target="/ppt/media/image22.png" Id="R9e74150305fa4111" /><Relationship Type="http://schemas.openxmlformats.org/officeDocument/2006/relationships/image" Target="/ppt/media/image8.jpeg" Id="R1e50648732a948d2" /><Relationship Type="http://schemas.openxmlformats.org/officeDocument/2006/relationships/notesSlide" Target="/ppt/notesSlides/notesSlide22.xml" Id="R30e134802af844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e27ec12d1a473a" /><Relationship Type="http://schemas.openxmlformats.org/officeDocument/2006/relationships/image" Target="/ppt/media/image23.png" Id="R767dfad8865d4072" /><Relationship Type="http://schemas.openxmlformats.org/officeDocument/2006/relationships/notesSlide" Target="/ppt/notesSlides/notesSlide23.xml" Id="Rcdffd40f7fb54e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f4213f8477847af" /><Relationship Type="http://schemas.openxmlformats.org/officeDocument/2006/relationships/image" Target="/ppt/media/image24.png" Id="R91a2746f4c374b45" /><Relationship Type="http://schemas.openxmlformats.org/officeDocument/2006/relationships/notesSlide" Target="/ppt/notesSlides/notesSlide24.xml" Id="Re08558424ab042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1ef9866f844b13" /><Relationship Type="http://schemas.openxmlformats.org/officeDocument/2006/relationships/image" Target="/ppt/media/image25.png" Id="R59ec47a19bc2488c" /><Relationship Type="http://schemas.openxmlformats.org/officeDocument/2006/relationships/notesSlide" Target="/ppt/notesSlides/notesSlide25.xml" Id="Rfe051ce0ad3743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4e216661cb46d8" /><Relationship Type="http://schemas.openxmlformats.org/officeDocument/2006/relationships/notesSlide" Target="/ppt/notesSlides/notesSlide26.xml" Id="Rd955d76780a044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1edf40b97d430e" /><Relationship Type="http://schemas.openxmlformats.org/officeDocument/2006/relationships/image" Target="/ppt/media/image26.png" Id="R5fc007ce49884a48" /><Relationship Type="http://schemas.openxmlformats.org/officeDocument/2006/relationships/notesSlide" Target="/ppt/notesSlides/notesSlide27.xml" Id="R6e2c3395d08941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20138f73cd44f4" /><Relationship Type="http://schemas.openxmlformats.org/officeDocument/2006/relationships/image" Target="/ppt/media/image27.png" Id="R2ce76662dc9b4623" /><Relationship Type="http://schemas.openxmlformats.org/officeDocument/2006/relationships/notesSlide" Target="/ppt/notesSlides/notesSlide28.xml" Id="R26fc3c5b9f414f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d9355eb3c3e4fc5" /><Relationship Type="http://schemas.openxmlformats.org/officeDocument/2006/relationships/image" Target="/ppt/media/image28.png" Id="R5e6a51b14994433f" /><Relationship Type="http://schemas.openxmlformats.org/officeDocument/2006/relationships/notesSlide" Target="/ppt/notesSlides/notesSlide29.xml" Id="Rc99cf4ce3b1f4ee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04d39c204f04178" /><Relationship Type="http://schemas.openxmlformats.org/officeDocument/2006/relationships/image" Target="/ppt/media/image29.png" Id="R90f9cc35fcf0450c" /><Relationship Type="http://schemas.openxmlformats.org/officeDocument/2006/relationships/notesSlide" Target="/ppt/notesSlides/notesSlide30.xml" Id="R84d2f32132a448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187c0cea7e4553" /><Relationship Type="http://schemas.openxmlformats.org/officeDocument/2006/relationships/image" Target="/ppt/media/image30.png" Id="R83eb3923d8184bad" /><Relationship Type="http://schemas.openxmlformats.org/officeDocument/2006/relationships/notesSlide" Target="/ppt/notesSlides/notesSlide31.xml" Id="R041eb70f80e446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0ab2bf6fa284ec2" /><Relationship Type="http://schemas.openxmlformats.org/officeDocument/2006/relationships/notesSlide" Target="/ppt/notesSlides/notesSlide32.xml" Id="Rfba93b99e45c4d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ee66e90d034c10" /><Relationship Type="http://schemas.openxmlformats.org/officeDocument/2006/relationships/image" Target="/ppt/media/image31.png" Id="R36ae438961544b63" /><Relationship Type="http://schemas.openxmlformats.org/officeDocument/2006/relationships/notesSlide" Target="/ppt/notesSlides/notesSlide33.xml" Id="R5a1843e749774b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2c9e6ee3d842b0" /><Relationship Type="http://schemas.openxmlformats.org/officeDocument/2006/relationships/image" Target="/ppt/media/image32.png" Id="R9c5ed023181f4870" /><Relationship Type="http://schemas.openxmlformats.org/officeDocument/2006/relationships/notesSlide" Target="/ppt/notesSlides/notesSlide34.xml" Id="R0496a57b86264b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a51a4052a9476f" /><Relationship Type="http://schemas.openxmlformats.org/officeDocument/2006/relationships/image" Target="/ppt/media/image33.png" Id="R58ce5c4bc3ef4c8b" /><Relationship Type="http://schemas.openxmlformats.org/officeDocument/2006/relationships/notesSlide" Target="/ppt/notesSlides/notesSlide35.xml" Id="R2fc1dca00dc347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3230092d6b4ea4" /><Relationship Type="http://schemas.openxmlformats.org/officeDocument/2006/relationships/image" Target="/ppt/media/image34.png" Id="R94ed22d42f074bff" /><Relationship Type="http://schemas.openxmlformats.org/officeDocument/2006/relationships/notesSlide" Target="/ppt/notesSlides/notesSlide36.xml" Id="R31e5ae07ec8642d3"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sp>
        <p:nvSpPr>
          <p:cNvPr id="7" name="">
            <a:extLst>
              <a:ext uri="{FF2B5EF4-FFF2-40B4-BE49-F238E27FC236}">
                <ns2:creationId id="{A7AC97BE-995D-43C8-B710-19D4F10EEBA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01</a:t>
            </a:r>
          </a:p>
        </p:txBody>
      </p:sp>
      <p:pic>
        <p:nvPicPr>
          <p:cNvPr id="2" name="">
            <a:extLst>
              <a:ext uri="{FF2B5EF4-FFF2-40B4-BE49-F238E27FC236}">
                <ns2:creationId id="{256D1567-1E22-4203-8C6B-FAC7BC7E5857}"/>
              </a:ext>
            </a:extLst>
          </p:cNvPr>
          <p:cNvPicPr>
            <a:picLocks noChangeAspect="1"/>
          </p:cNvPicPr>
          <p:nvPr/>
        </p:nvPicPr>
        <p:blipFill>
          <a:blip r:embed="R034c0eeccf4948c0"/>
          <a:srcRect l="24610" t="0" r="24610" b="0"/>
          <a:stretch>
            <a:fillRect l="0" t="0" r="0" b="0"/>
          </a:stretch>
        </p:blipFill>
        <p:spPr>
          <a:xfrm>
            <a:off x="6810375" y="0"/>
            <a:ext cx="5381625" cy="6858000"/>
          </a:xfrm>
          <a:prstGeom prst="rect">
            <a:avLst/>
          </a:prstGeom>
        </p:spPr>
      </p:pic>
      <p:pic>
        <p:nvPicPr>
          <p:cNvPr id="3" name="">
            <a:extLst>
              <a:ext uri="{FF2B5EF4-FFF2-40B4-BE49-F238E27FC236}">
                <ns2:creationId id="{95EA2546-934B-459A-AC59-934CC0E1E9C1}"/>
              </a:ext>
            </a:extLst>
          </p:cNvPr>
          <p:cNvPicPr>
            <a:picLocks noChangeAspect="1"/>
          </p:cNvPicPr>
          <p:nvPr/>
        </p:nvPicPr>
        <p:blipFill>
          <a:blip r:embed="R2b8d2ff69cca4c51"/>
          <a:stretch/>
        </p:blipFill>
        <p:spPr>
          <a:xfrm>
            <a:off x="609600" y="463276"/>
            <a:ext cx="2457450" cy="635547"/>
          </a:xfrm>
          <a:prstGeom prst="rect">
            <a:avLst/>
          </a:prstGeom>
        </p:spPr>
      </p:pic>
      <p:sp>
        <p:nvSpPr>
          <p:cNvPr id="4" name="">
            <a:extLst>
              <a:ext uri="{FF2B5EF4-FFF2-40B4-BE49-F238E27FC236}">
                <ns2:creationId id="{7A84D4CA-7994-4015-BA7A-862B8C85D61A}"/>
              </a:ext>
            </a:extLst>
          </p:cNvPr>
          <p:cNvSpPr>
            <a:spLocks noGrp="1"/>
          </p:cNvSpPr>
          <p:nvPr/>
        </p:nvSpPr>
        <p:spPr>
          <a:xfrm>
            <a:off x="609600" y="1943100"/>
            <a:ext cx="6191250" cy="790575"/>
          </a:xfrm>
          <a:prstGeom prst="rect">
            <a:avLst/>
          </a:prstGeom>
          <a:noFill/>
          <a:ln w="0">
            <a:noFill/>
          </a:ln>
        </p:spPr>
        <p:txBody>
          <a:bodyPr wrap="square" lIns="0" tIns="0" rIns="0" bIns="0" anchor="t">
            <a:noAutofit/>
          </a:bodyPr>
          <a:lstStyle>
            <a:defPPr>
              <a:defRPr sz="4950" b="1">
                <a:solidFill>
                  <a:srgbClr val="153F36"/>
                </a:solidFill>
                <a:latin typeface="Arial"/>
                <a:ea typeface="Arial"/>
                <a:cs typeface="Arial"/>
              </a:defRPr>
            </a:defPPr>
          </a:lstStyle>
          <a:p>
            <a:pPr>
              <a:defRPr sz="4950" b="1">
                <a:solidFill>
                  <a:srgbClr val="153F36"/>
                </a:solidFill>
                <a:latin typeface="Arial"/>
                <a:ea typeface="Arial"/>
                <a:cs typeface="Arial"/>
              </a:defRPr>
            </a:pPr>
            <a:r>
              <a:rPr sz="4950" b="1" lang="sq-AL">
                <a:solidFill>
                  <a:srgbClr val="153F36"/>
                </a:solidFill>
                <a:latin typeface="Arial"/>
                <a:ea typeface="Arial"/>
                <a:cs typeface="Arial"/>
              </a:rPr>
              <a:t>Forever dhe FCC</a:t>
            </a:r>
          </a:p>
        </p:txBody>
      </p:sp>
      <p:sp>
        <p:nvSpPr>
          <p:cNvPr id="5" name="">
            <a:extLst>
              <a:ext uri="{FF2B5EF4-FFF2-40B4-BE49-F238E27FC236}">
                <ns2:creationId id="{FC0596C7-1725-4D0C-95AB-F7C38913635E}"/>
              </a:ext>
            </a:extLst>
          </p:cNvPr>
          <p:cNvSpPr>
            <a:spLocks noGrp="1"/>
          </p:cNvSpPr>
          <p:nvPr/>
        </p:nvSpPr>
        <p:spPr>
          <a:xfrm>
            <a:off x="609600" y="2857500"/>
            <a:ext cx="6115050" cy="1676400"/>
          </a:xfrm>
          <a:prstGeom prst="rect">
            <a:avLst/>
          </a:prstGeom>
          <a:noFill/>
          <a:ln w="0">
            <a:noFill/>
          </a:ln>
        </p:spPr>
        <p:txBody>
          <a:bodyPr wrap="square" lIns="0" tIns="0" rIns="0" bIns="0" anchor="t">
            <a:noAutofit/>
          </a:bodyPr>
          <a:lstStyle>
            <a:defPPr>
              <a:defRPr sz="5250" b="1">
                <a:solidFill>
                  <a:srgbClr val="153F36"/>
                </a:solidFill>
                <a:latin typeface="Arial"/>
                <a:ea typeface="Arial"/>
                <a:cs typeface="Arial"/>
              </a:defRPr>
            </a:defPPr>
          </a:lstStyle>
          <a:p>
            <a:pPr>
              <a:defRPr sz="5250" b="1">
                <a:solidFill>
                  <a:srgbClr val="153F36"/>
                </a:solidFill>
                <a:latin typeface="Arial"/>
                <a:ea typeface="Arial"/>
                <a:cs typeface="Arial"/>
              </a:defRPr>
            </a:pPr>
            <a:r>
              <a:rPr sz="5040" b="1" lang="sq-AL">
                <a:solidFill>
                  <a:srgbClr val="153F36"/>
                </a:solidFill>
                <a:latin typeface="Arial"/>
                <a:ea typeface="Arial"/>
                <a:cs typeface="Arial"/>
              </a:rPr>
              <a:t>Mundësia e biznesit</a:t>
            </a:r>
          </a:p>
          <a:p>
            <a:pPr>
              <a:defRPr sz="5250" b="1">
                <a:solidFill>
                  <a:srgbClr val="153F36"/>
                </a:solidFill>
                <a:latin typeface="Arial"/>
                <a:ea typeface="Arial"/>
                <a:cs typeface="Arial"/>
              </a:defRPr>
            </a:pPr>
            <a:r>
              <a:rPr sz="5040" b="1" lang="sq-AL">
                <a:solidFill>
                  <a:srgbClr val="153F36"/>
                </a:solidFill>
                <a:latin typeface="Arial"/>
                <a:ea typeface="Arial"/>
                <a:cs typeface="Arial"/>
              </a:rPr>
              <a:t>në praktikë</a:t>
            </a:r>
          </a:p>
        </p:txBody>
      </p:sp>
      <p:sp>
        <p:nvSpPr>
          <p:cNvPr id="6" name="">
            <a:extLst>
              <a:ext uri="{FF2B5EF4-FFF2-40B4-BE49-F238E27FC236}">
                <ns2:creationId id="{1753A05F-C655-42C5-8499-56D405EA3424}"/>
              </a:ext>
            </a:extLst>
          </p:cNvPr>
          <p:cNvSpPr>
            <a:spLocks noGrp="1"/>
          </p:cNvSpPr>
          <p:nvPr/>
        </p:nvSpPr>
        <p:spPr>
          <a:xfrm>
            <a:off x="609600" y="5067300"/>
            <a:ext cx="5772150" cy="990600"/>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q-AL">
                <a:solidFill>
                  <a:srgbClr val="526B63"/>
                </a:solidFill>
                <a:latin typeface="Arial"/>
                <a:ea typeface="Arial"/>
                <a:cs typeface="Arial"/>
              </a:rPr>
              <a:t>Produkte, bashkëpunim dhe punë e përditshme me mbështetje digjitale.</a:t>
            </a:r>
          </a:p>
        </p:txBody>
      </p:sp>
    </p:spTree>
    <p:extLst>
      <p:ext uri="{BB962C8B-B14F-4D97-AF65-F5344CB8AC3E}">
        <ns4:creationId val="1491815882"/>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744F585C-B6A5-433C-8BE0-CC464C4C779F}"/>
              </a:ext>
            </a:extLst>
          </p:cNvPr>
          <p:cNvPicPr>
            <a:picLocks noChangeAspect="1"/>
          </p:cNvPicPr>
          <p:nvPr/>
        </p:nvPicPr>
        <p:blipFill>
          <a:blip r:embed="R83eae1d8ff684ca8"/>
          <a:stretch/>
        </p:blipFill>
        <p:spPr>
          <a:xfrm>
            <a:off x="9867900" y="276061"/>
            <a:ext cx="1695450" cy="438478"/>
          </a:xfrm>
          <a:prstGeom prst="rect">
            <a:avLst/>
          </a:prstGeom>
        </p:spPr>
      </p:pic>
      <p:sp>
        <p:nvSpPr>
          <p:cNvPr id="2" name="">
            <a:extLst>
              <a:ext uri="{FF2B5EF4-FFF2-40B4-BE49-F238E27FC236}">
                <ns2:creationId id="{A68AD40D-226F-4ECC-A3CD-2A2C9C7D53B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02</a:t>
            </a:r>
          </a:p>
        </p:txBody>
      </p:sp>
      <p:sp>
        <p:nvSpPr>
          <p:cNvPr id="3" name="Titulli">
            <a:extLst>
              <a:ext uri="{FF2B5EF4-FFF2-40B4-BE49-F238E27FC236}">
                <ns2:creationId id="{1176B0B2-066B-4212-A51F-514684F66C8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Prezantuesit tuaj</a:t>
            </a:r>
          </a:p>
        </p:txBody>
      </p:sp>
      <p:sp>
        <p:nvSpPr>
          <p:cNvPr id="4" name="Prezantuesi, emri">
            <a:extLst>
              <a:ext uri="{FF2B5EF4-FFF2-40B4-BE49-F238E27FC236}">
                <ns2:creationId id="{8C10299F-EDB2-4E7F-B49E-4F214720F8FE}"/>
              </a:ext>
            </a:extLst>
          </p:cNvPr>
          <p:cNvSpPr>
            <a:spLocks noGrp="1"/>
          </p:cNvSpPr>
          <p:nvPr/>
        </p:nvSpPr>
        <p:spPr>
          <a:xfrm>
            <a:off x="609600" y="2181225"/>
            <a:ext cx="5381625" cy="1314450"/>
          </a:xfrm>
          <a:prstGeom prst="rect">
            <a:avLst/>
          </a:prstGeom>
          <a:noFill/>
          <a:ln w="0">
            <a:noFill/>
          </a:ln>
        </p:spPr>
        <p:txBody>
          <a:bodyPr wrap="square" lIns="0" tIns="0" rIns="0" bIns="0" anchor="t">
            <a:noAutofit/>
          </a:bodyPr>
          <a:lstStyle>
            <a:defPPr>
              <a:defRPr sz="3975" b="1">
                <a:solidFill>
                  <a:srgbClr val="153F36"/>
                </a:solidFill>
                <a:latin typeface="Arial"/>
                <a:ea typeface="Arial"/>
                <a:cs typeface="Arial"/>
              </a:defRPr>
            </a:defPPr>
          </a:lstStyle>
          <a:p>
            <a:pPr>
              <a:defRPr sz="3975" b="1">
                <a:solidFill>
                  <a:srgbClr val="153F36"/>
                </a:solidFill>
                <a:latin typeface="Arial"/>
                <a:ea typeface="Arial"/>
                <a:cs typeface="Arial"/>
              </a:defRPr>
            </a:pPr>
            <a:r>
              <a:rPr sz="3975" b="1" lang="sq-AL">
                <a:solidFill>
                  <a:srgbClr val="153F36"/>
                </a:solidFill>
                <a:latin typeface="Arial"/>
                <a:ea typeface="Arial"/>
                <a:cs typeface="Arial"/>
              </a:rPr>
              <a:t>Stjepan dhe</a:t>
            </a:r>
          </a:p>
          <a:p>
            <a:pPr>
              <a:defRPr sz="3975" b="1">
                <a:solidFill>
                  <a:srgbClr val="153F36"/>
                </a:solidFill>
                <a:latin typeface="Arial"/>
                <a:ea typeface="Arial"/>
                <a:cs typeface="Arial"/>
              </a:defRPr>
            </a:pPr>
            <a:r>
              <a:rPr sz="3975" b="1" lang="sq-AL">
                <a:solidFill>
                  <a:srgbClr val="153F36"/>
                </a:solidFill>
                <a:latin typeface="Arial"/>
                <a:ea typeface="Arial"/>
                <a:cs typeface="Arial"/>
              </a:rPr>
              <a:t>Snježana Beloša</a:t>
            </a:r>
          </a:p>
        </p:txBody>
      </p:sp>
      <p:sp>
        <p:nvSpPr>
          <p:cNvPr id="5" name="Prezantuesi, përshkrimi">
            <a:extLst>
              <a:ext uri="{FF2B5EF4-FFF2-40B4-BE49-F238E27FC236}">
                <ns2:creationId id="{C8BD6CD1-D5ED-485E-A612-0D7A42166A3E}"/>
              </a:ext>
            </a:extLst>
          </p:cNvPr>
          <p:cNvSpPr>
            <a:spLocks noGrp="1"/>
          </p:cNvSpPr>
          <p:nvPr/>
        </p:nvSpPr>
        <p:spPr>
          <a:xfrm>
            <a:off x="609600" y="3810000"/>
            <a:ext cx="5076825" cy="99060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sq-AL">
                <a:solidFill>
                  <a:srgbClr val="526B63"/>
                </a:solidFill>
                <a:latin typeface="Arial"/>
                <a:ea typeface="Arial"/>
                <a:cs typeface="Arial"/>
              </a:rPr>
              <a:t>Krijuesit e Forever Card Club</a:t>
            </a:r>
          </a:p>
          <a:p>
            <a:pPr>
              <a:defRPr sz="2250" b="0">
                <a:solidFill>
                  <a:srgbClr val="526B63"/>
                </a:solidFill>
                <a:latin typeface="Arial"/>
                <a:ea typeface="Arial"/>
                <a:cs typeface="Arial"/>
              </a:defRPr>
            </a:pPr>
            <a:r>
              <a:rPr sz="2250" b="0" lang="sq-AL">
                <a:solidFill>
                  <a:srgbClr val="526B63"/>
                </a:solidFill>
                <a:latin typeface="Arial"/>
                <a:ea typeface="Arial"/>
                <a:cs typeface="Arial"/>
              </a:rPr>
              <a:t>dhe mentorët e ekipit tonë.</a:t>
            </a:r>
          </a:p>
        </p:txBody>
      </p:sp>
      <p:sp>
        <p:nvSpPr>
          <p:cNvPr id="6" name="Prezantuesi, mesazhi personal">
            <a:extLst>
              <a:ext uri="{FF2B5EF4-FFF2-40B4-BE49-F238E27FC236}">
                <ns2:creationId id="{C7EB62E8-86BA-442F-820A-95F8E087C2C6}"/>
              </a:ext>
            </a:extLst>
          </p:cNvPr>
          <p:cNvSpPr>
            <a:spLocks noGrp="1"/>
          </p:cNvSpPr>
          <p:nvPr/>
        </p:nvSpPr>
        <p:spPr>
          <a:xfrm>
            <a:off x="609600" y="5124450"/>
            <a:ext cx="5076825" cy="857250"/>
          </a:xfrm>
          <a:prstGeom prst="rect">
            <a:avLst/>
          </a:prstGeom>
          <a:noFill/>
          <a:ln w="0">
            <a:noFill/>
          </a:ln>
        </p:spPr>
        <p:txBody>
          <a:bodyPr wrap="square" lIns="0" tIns="0" rIns="0" bIns="0" anchor="t">
            <a:noAutofit/>
          </a:bodyPr>
          <a:lstStyle>
            <a:defPPr>
              <a:defRPr sz="2100" b="0">
                <a:solidFill>
                  <a:srgbClr val="153F36"/>
                </a:solidFill>
                <a:latin typeface="Arial"/>
                <a:ea typeface="Arial"/>
                <a:cs typeface="Arial"/>
              </a:defRPr>
            </a:defPPr>
          </a:lstStyle>
          <a:p>
            <a:pPr>
              <a:defRPr sz="2100" b="0">
                <a:solidFill>
                  <a:srgbClr val="153F36"/>
                </a:solidFill>
                <a:latin typeface="Arial"/>
                <a:ea typeface="Arial"/>
                <a:cs typeface="Arial"/>
              </a:defRPr>
            </a:pPr>
            <a:r>
              <a:rPr sz="2100" b="0" lang="sq-AL">
                <a:solidFill>
                  <a:srgbClr val="153F36"/>
                </a:solidFill>
                <a:latin typeface="Arial"/>
                <a:ea typeface="Arial"/>
                <a:cs typeface="Arial"/>
              </a:rPr>
              <a:t>Ju ndihmojmë të kuptoni mundësitë dhe të zgjidhni një fillim të realizueshëm.</a:t>
            </a:r>
          </a:p>
        </p:txBody>
      </p:sp>
      <p:pic>
        <p:nvPicPr>
          <p:cNvPr id="7" name="">
            <a:extLst>
              <a:ext uri="{FF2B5EF4-FFF2-40B4-BE49-F238E27FC236}">
                <ns2:creationId id="{1CC6FBA4-AAA8-41D9-9116-49E85FDFC736}"/>
              </a:ext>
            </a:extLst>
          </p:cNvPr>
          <p:cNvPicPr>
            <a:picLocks noChangeAspect="1"/>
          </p:cNvPicPr>
          <p:nvPr/>
        </p:nvPicPr>
        <p:blipFill>
          <a:blip r:embed="R7d26e2f4bdc14ea7"/>
          <a:srcRect l="0" t="63" r="0" b="63"/>
          <a:stretch>
            <a:fillRect l="0" t="0" r="0" b="0"/>
          </a:stretch>
        </p:blipFill>
        <p:spPr>
          <a:xfrm>
            <a:off x="6572250" y="1952625"/>
            <a:ext cx="5010150" cy="3752850"/>
          </a:xfrm>
          <a:prstGeom prst="rect">
            <a:avLst/>
          </a:prstGeom>
        </p:spPr>
      </p:pic>
    </p:spTree>
    <p:extLst>
      <p:ext uri="{BB962C8B-B14F-4D97-AF65-F5344CB8AC3E}">
        <ns4:creationId val="158809611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5E6FCE42-34ED-49DB-917B-885BF7A07AF1}"/>
              </a:ext>
            </a:extLst>
          </p:cNvPr>
          <p:cNvPicPr>
            <a:picLocks noChangeAspect="1"/>
          </p:cNvPicPr>
          <p:nvPr/>
        </p:nvPicPr>
        <p:blipFill>
          <a:blip r:embed="R242c0c3a74d44c3e"/>
          <a:stretch/>
        </p:blipFill>
        <p:spPr>
          <a:xfrm>
            <a:off x="9867900" y="276061"/>
            <a:ext cx="1695450" cy="438478"/>
          </a:xfrm>
          <a:prstGeom prst="rect">
            <a:avLst/>
          </a:prstGeom>
        </p:spPr>
      </p:pic>
      <p:sp>
        <p:nvSpPr>
          <p:cNvPr id="2" name="">
            <a:extLst>
              <a:ext uri="{FF2B5EF4-FFF2-40B4-BE49-F238E27FC236}">
                <ns2:creationId id="{1B1032C0-79B5-4738-8E25-D6937A3C85A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03</a:t>
            </a:r>
          </a:p>
        </p:txBody>
      </p:sp>
      <p:sp>
        <p:nvSpPr>
          <p:cNvPr id="3" name="Titulli">
            <a:extLst>
              <a:ext uri="{FF2B5EF4-FFF2-40B4-BE49-F238E27FC236}">
                <ns2:creationId id="{0C2BCB8F-C404-42C6-BD3A-B39A251103DF}"/>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Çfarë do të njihni sot</a:t>
            </a:r>
          </a:p>
        </p:txBody>
      </p:sp>
      <p:sp>
        <p:nvSpPr>
          <p:cNvPr id="4" name="">
            <a:extLst>
              <a:ext uri="{FF2B5EF4-FFF2-40B4-BE49-F238E27FC236}">
                <ns2:creationId id="{7090349B-17CB-4069-9021-E9AC892915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1.</a:t>
            </a:r>
          </a:p>
        </p:txBody>
      </p:sp>
      <p:sp>
        <p:nvSpPr>
          <p:cNvPr id="5" name="">
            <a:extLst>
              <a:ext uri="{FF2B5EF4-FFF2-40B4-BE49-F238E27FC236}">
                <ns2:creationId id="{B790FCFE-A2F7-46DA-9AAA-E3D158B44E5E}"/>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Forever</a:t>
            </a:r>
          </a:p>
        </p:txBody>
      </p:sp>
      <p:sp>
        <p:nvSpPr>
          <p:cNvPr id="6" name="">
            <a:extLst>
              <a:ext uri="{FF2B5EF4-FFF2-40B4-BE49-F238E27FC236}">
                <ns2:creationId id="{62CF0980-2434-4AA9-A846-7ADF450EF6D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Produktet, porositë zyrtare dhe rregullat e biznesit.</a:t>
            </a:r>
          </a:p>
        </p:txBody>
      </p:sp>
      <p:sp>
        <p:nvSpPr>
          <p:cNvPr id="7" name="">
            <a:extLst>
              <a:ext uri="{FF2B5EF4-FFF2-40B4-BE49-F238E27FC236}">
                <ns2:creationId id="{8096E1E2-CF39-4546-9C54-85736B904FB3}"/>
              </a:ext>
            </a:extLst>
          </p:cNvPr>
          <p:cNvSpPr>
            <a:spLocks noGrp="1"/>
          </p:cNvSpPr>
          <p:nvPr/>
        </p:nvSpPr>
        <p:spPr>
          <a:xfrm>
            <a:off x="609600" y="28384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2.</a:t>
            </a:r>
          </a:p>
        </p:txBody>
      </p:sp>
      <p:sp>
        <p:nvSpPr>
          <p:cNvPr id="8" name="">
            <a:extLst>
              <a:ext uri="{FF2B5EF4-FFF2-40B4-BE49-F238E27FC236}">
                <ns2:creationId id="{D93BAFA1-E082-42C0-AF07-8A3F5D4A51BF}"/>
              </a:ext>
            </a:extLst>
          </p:cNvPr>
          <p:cNvSpPr>
            <a:spLocks noGrp="1"/>
          </p:cNvSpPr>
          <p:nvPr/>
        </p:nvSpPr>
        <p:spPr>
          <a:xfrm>
            <a:off x="1257300" y="28384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Zgjedhja juaj</a:t>
            </a:r>
          </a:p>
        </p:txBody>
      </p:sp>
      <p:sp>
        <p:nvSpPr>
          <p:cNvPr id="9" name="">
            <a:extLst>
              <a:ext uri="{FF2B5EF4-FFF2-40B4-BE49-F238E27FC236}">
                <ns2:creationId id="{DC87F678-8ACE-44B6-8B16-8B5A0F8B7F0C}"/>
              </a:ext>
            </a:extLst>
          </p:cNvPr>
          <p:cNvSpPr>
            <a:spLocks noGrp="1"/>
          </p:cNvSpPr>
          <p:nvPr/>
        </p:nvSpPr>
        <p:spPr>
          <a:xfrm>
            <a:off x="1257300" y="32480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Përdorimi i produkteve ose zhvillimi i biznesit tuaj.</a:t>
            </a:r>
          </a:p>
        </p:txBody>
      </p:sp>
      <p:sp>
        <p:nvSpPr>
          <p:cNvPr id="10" name="">
            <a:extLst>
              <a:ext uri="{FF2B5EF4-FFF2-40B4-BE49-F238E27FC236}">
                <ns2:creationId id="{3860522A-792D-4373-A4F3-28F5656DBD92}"/>
              </a:ext>
            </a:extLst>
          </p:cNvPr>
          <p:cNvSpPr>
            <a:spLocks noGrp="1"/>
          </p:cNvSpPr>
          <p:nvPr/>
        </p:nvSpPr>
        <p:spPr>
          <a:xfrm>
            <a:off x="609600" y="37147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3.</a:t>
            </a:r>
          </a:p>
        </p:txBody>
      </p:sp>
      <p:sp>
        <p:nvSpPr>
          <p:cNvPr id="11" name="">
            <a:extLst>
              <a:ext uri="{FF2B5EF4-FFF2-40B4-BE49-F238E27FC236}">
                <ns2:creationId id="{34D75F7B-C2E5-44A0-9838-83056B206B41}"/>
              </a:ext>
            </a:extLst>
          </p:cNvPr>
          <p:cNvSpPr>
            <a:spLocks noGrp="1"/>
          </p:cNvSpPr>
          <p:nvPr/>
        </p:nvSpPr>
        <p:spPr>
          <a:xfrm>
            <a:off x="1257300" y="37147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FCC në praktikë</a:t>
            </a:r>
          </a:p>
        </p:txBody>
      </p:sp>
      <p:sp>
        <p:nvSpPr>
          <p:cNvPr id="12" name="">
            <a:extLst>
              <a:ext uri="{FF2B5EF4-FFF2-40B4-BE49-F238E27FC236}">
                <ns2:creationId id="{C9D45EDC-05EA-4018-BAB4-F46975DFEACA}"/>
              </a:ext>
            </a:extLst>
          </p:cNvPr>
          <p:cNvSpPr>
            <a:spLocks noGrp="1"/>
          </p:cNvSpPr>
          <p:nvPr/>
        </p:nvSpPr>
        <p:spPr>
          <a:xfrm>
            <a:off x="1257300" y="41243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Rekomandime personale, kontakte, webinar dhe mbështetje.</a:t>
            </a:r>
          </a:p>
        </p:txBody>
      </p:sp>
      <p:sp>
        <p:nvSpPr>
          <p:cNvPr id="13" name="">
            <a:extLst>
              <a:ext uri="{FF2B5EF4-FFF2-40B4-BE49-F238E27FC236}">
                <ns2:creationId id="{2E7A5D7F-6A19-4AFA-BB4D-57AF548C10AF}"/>
              </a:ext>
            </a:extLst>
          </p:cNvPr>
          <p:cNvSpPr>
            <a:spLocks noGrp="1"/>
          </p:cNvSpPr>
          <p:nvPr/>
        </p:nvSpPr>
        <p:spPr>
          <a:xfrm>
            <a:off x="609600" y="45910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4.</a:t>
            </a:r>
          </a:p>
        </p:txBody>
      </p:sp>
      <p:sp>
        <p:nvSpPr>
          <p:cNvPr id="14" name="">
            <a:extLst>
              <a:ext uri="{FF2B5EF4-FFF2-40B4-BE49-F238E27FC236}">
                <ns2:creationId id="{E46D0B6C-8B28-440C-9B75-E7B279A7BD4E}"/>
              </a:ext>
            </a:extLst>
          </p:cNvPr>
          <p:cNvSpPr>
            <a:spLocks noGrp="1"/>
          </p:cNvSpPr>
          <p:nvPr/>
        </p:nvSpPr>
        <p:spPr>
          <a:xfrm>
            <a:off x="1257300" y="45910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Java e parë</a:t>
            </a:r>
          </a:p>
        </p:txBody>
      </p:sp>
      <p:sp>
        <p:nvSpPr>
          <p:cNvPr id="15" name="">
            <a:extLst>
              <a:ext uri="{FF2B5EF4-FFF2-40B4-BE49-F238E27FC236}">
                <ns2:creationId id="{6829D74A-201C-438E-A0A9-426869F09F1D}"/>
              </a:ext>
            </a:extLst>
          </p:cNvPr>
          <p:cNvSpPr>
            <a:spLocks noGrp="1"/>
          </p:cNvSpPr>
          <p:nvPr/>
        </p:nvSpPr>
        <p:spPr>
          <a:xfrm>
            <a:off x="1257300" y="50006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Një fillim konkret me personin që ju ka ftuar.</a:t>
            </a:r>
          </a:p>
        </p:txBody>
      </p:sp>
    </p:spTree>
    <p:extLst>
      <p:ext uri="{BB962C8B-B14F-4D97-AF65-F5344CB8AC3E}">
        <ns4:creationId val="15104013"/>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031F2DBE-3CEF-4AB1-808D-82DFD8D39AE4}"/>
              </a:ext>
            </a:extLst>
          </p:cNvPr>
          <p:cNvPicPr>
            <a:picLocks noChangeAspect="1"/>
          </p:cNvPicPr>
          <p:nvPr/>
        </p:nvPicPr>
        <p:blipFill>
          <a:blip r:embed="Rdae54c54c13e41c1"/>
          <a:stretch/>
        </p:blipFill>
        <p:spPr>
          <a:xfrm>
            <a:off x="9867900" y="276061"/>
            <a:ext cx="1695450" cy="438478"/>
          </a:xfrm>
          <a:prstGeom prst="rect">
            <a:avLst/>
          </a:prstGeom>
        </p:spPr>
      </p:pic>
      <p:sp>
        <p:nvSpPr>
          <p:cNvPr id="2" name="">
            <a:extLst>
              <a:ext uri="{FF2B5EF4-FFF2-40B4-BE49-F238E27FC236}">
                <ns2:creationId id="{A8A277E5-B6B2-4E06-B214-ACC2911CBCF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04</a:t>
            </a:r>
          </a:p>
        </p:txBody>
      </p:sp>
      <p:sp>
        <p:nvSpPr>
          <p:cNvPr id="3" name="Titulli">
            <a:extLst>
              <a:ext uri="{FF2B5EF4-FFF2-40B4-BE49-F238E27FC236}">
                <ns2:creationId id="{B03E3510-0DEE-482B-A50E-CCFBC65CBF8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Forever Living Products</a:t>
            </a:r>
          </a:p>
        </p:txBody>
      </p:sp>
      <p:sp>
        <p:nvSpPr>
          <p:cNvPr id="4" name="">
            <a:extLst>
              <a:ext uri="{FF2B5EF4-FFF2-40B4-BE49-F238E27FC236}">
                <ns2:creationId id="{D1A63BA3-11AF-41C5-A0DB-F238BF1FED1D}"/>
              </a:ext>
            </a:extLst>
          </p:cNvPr>
          <p:cNvSpPr>
            <a:spLocks noGrp="1"/>
          </p:cNvSpPr>
          <p:nvPr/>
        </p:nvSpPr>
        <p:spPr>
          <a:xfrm>
            <a:off x="609600" y="2133600"/>
            <a:ext cx="5353050" cy="1495425"/>
          </a:xfrm>
          <a:prstGeom prst="rect">
            <a:avLst/>
          </a:prstGeom>
          <a:noFill/>
          <a:ln w="0">
            <a:noFill/>
          </a:ln>
        </p:spPr>
        <p:txBody>
          <a:bodyPr wrap="square" lIns="0" tIns="0" rIns="0" bIns="0" anchor="t">
            <a:noAutofit/>
          </a:bodyPr>
          <a:lstStyle>
            <a:defPPr>
              <a:defRPr sz="8100" b="1">
                <a:solidFill>
                  <a:srgbClr val="153F36"/>
                </a:solidFill>
                <a:latin typeface="Arial"/>
                <a:ea typeface="Arial"/>
                <a:cs typeface="Arial"/>
              </a:defRPr>
            </a:defPPr>
          </a:lstStyle>
          <a:p>
            <a:pPr>
              <a:defRPr sz="8100" b="1">
                <a:solidFill>
                  <a:srgbClr val="153F36"/>
                </a:solidFill>
                <a:latin typeface="Arial"/>
                <a:ea typeface="Arial"/>
                <a:cs typeface="Arial"/>
              </a:defRPr>
            </a:pPr>
            <a:r>
              <a:rPr sz="8100" b="1" lang="sq-AL">
                <a:solidFill>
                  <a:srgbClr val="153F36"/>
                </a:solidFill>
                <a:latin typeface="Arial"/>
                <a:ea typeface="Arial"/>
                <a:cs typeface="Arial"/>
              </a:rPr>
              <a:t>1978.</a:t>
            </a:r>
          </a:p>
        </p:txBody>
      </p:sp>
      <p:sp>
        <p:nvSpPr>
          <p:cNvPr id="5" name="">
            <a:extLst>
              <a:ext uri="{FF2B5EF4-FFF2-40B4-BE49-F238E27FC236}">
                <ns2:creationId id="{3E7CC058-7669-4F2A-8739-E7D03E723F65}"/>
              </a:ext>
            </a:extLst>
          </p:cNvPr>
          <p:cNvSpPr>
            <a:spLocks noGrp="1"/>
          </p:cNvSpPr>
          <p:nvPr/>
        </p:nvSpPr>
        <p:spPr>
          <a:xfrm>
            <a:off x="647700" y="3609975"/>
            <a:ext cx="4953000" cy="542925"/>
          </a:xfrm>
          <a:prstGeom prst="rect">
            <a:avLst/>
          </a:prstGeom>
          <a:noFill/>
          <a:ln w="0">
            <a:noFill/>
          </a:ln>
        </p:spPr>
        <p:txBody>
          <a:bodyPr wrap="square" lIns="0" tIns="0" rIns="0" bIns="0" anchor="t">
            <a:noAutofit/>
          </a:bodyPr>
          <a:lstStyle>
            <a:defPPr>
              <a:defRPr sz="2475" b="1">
                <a:solidFill>
                  <a:srgbClr val="153F36"/>
                </a:solidFill>
                <a:latin typeface="Arial"/>
                <a:ea typeface="Arial"/>
                <a:cs typeface="Arial"/>
              </a:defRPr>
            </a:defPPr>
          </a:lstStyle>
          <a:p>
            <a:pPr>
              <a:defRPr sz="2475" b="1">
                <a:solidFill>
                  <a:srgbClr val="153F36"/>
                </a:solidFill>
                <a:latin typeface="Arial"/>
                <a:ea typeface="Arial"/>
                <a:cs typeface="Arial"/>
              </a:defRPr>
            </a:pPr>
            <a:r>
              <a:rPr sz="2475" b="1" lang="sq-AL">
                <a:solidFill>
                  <a:srgbClr val="153F36"/>
                </a:solidFill>
                <a:latin typeface="Arial"/>
                <a:ea typeface="Arial"/>
                <a:cs typeface="Arial"/>
              </a:rPr>
              <a:t>Viti i themelimit</a:t>
            </a:r>
          </a:p>
        </p:txBody>
      </p:sp>
      <p:sp>
        <p:nvSpPr>
          <p:cNvPr id="6" name="">
            <a:extLst>
              <a:ext uri="{FF2B5EF4-FFF2-40B4-BE49-F238E27FC236}">
                <ns2:creationId id="{9F9A23A7-5EC9-47CD-A30C-C9479DD7485A}"/>
              </a:ext>
            </a:extLst>
          </p:cNvPr>
          <p:cNvSpPr>
            <a:spLocks noGrp="1"/>
          </p:cNvSpPr>
          <p:nvPr/>
        </p:nvSpPr>
        <p:spPr>
          <a:xfrm>
            <a:off x="609600" y="4457700"/>
            <a:ext cx="5248275" cy="142875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sq-AL">
                <a:solidFill>
                  <a:srgbClr val="526B63"/>
                </a:solidFill>
                <a:latin typeface="Arial"/>
                <a:ea typeface="Arial"/>
                <a:cs typeface="Arial"/>
              </a:rPr>
              <a:t>Një kompani globale me produkte, rrjet shitjeje dhe rregulla zyrtare të biznesit.</a:t>
            </a:r>
          </a:p>
        </p:txBody>
      </p:sp>
      <p:pic>
        <p:nvPicPr>
          <p:cNvPr id="7" name="">
            <a:extLst>
              <a:ext uri="{FF2B5EF4-FFF2-40B4-BE49-F238E27FC236}">
                <ns2:creationId id="{0B1CC924-CD88-4010-9FE5-A5B82838F629}"/>
              </a:ext>
            </a:extLst>
          </p:cNvPr>
          <p:cNvPicPr>
            <a:picLocks noChangeAspect="1"/>
          </p:cNvPicPr>
          <p:nvPr/>
        </p:nvPicPr>
        <p:blipFill>
          <a:blip r:embed="Ra3daa3908981400c"/>
          <a:srcRect l="2187" t="0" r="2187" b="0"/>
          <a:stretch>
            <a:fillRect l="0" t="0" r="0" b="0"/>
          </a:stretch>
        </p:blipFill>
        <p:spPr>
          <a:xfrm>
            <a:off x="6438900" y="2057400"/>
            <a:ext cx="5143500" cy="3429000"/>
          </a:xfrm>
          <a:prstGeom prst="rect">
            <a:avLst/>
          </a:prstGeom>
        </p:spPr>
      </p:pic>
    </p:spTree>
    <p:extLst>
      <p:ext uri="{BB962C8B-B14F-4D97-AF65-F5344CB8AC3E}">
        <ns4:creationId val="708542696"/>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C8D58AB-6E9E-4036-91B3-2CE93502D8AF}"/>
              </a:ext>
            </a:extLst>
          </p:cNvPr>
          <p:cNvPicPr>
            <a:picLocks noChangeAspect="1"/>
          </p:cNvPicPr>
          <p:nvPr/>
        </p:nvPicPr>
        <p:blipFill>
          <a:blip r:embed="Rba10fc9d1268426c"/>
          <a:stretch/>
        </p:blipFill>
        <p:spPr>
          <a:xfrm>
            <a:off x="9867900" y="276061"/>
            <a:ext cx="1695450" cy="438478"/>
          </a:xfrm>
          <a:prstGeom prst="rect">
            <a:avLst/>
          </a:prstGeom>
        </p:spPr>
      </p:pic>
      <p:sp>
        <p:nvSpPr>
          <p:cNvPr id="2" name="">
            <a:extLst>
              <a:ext uri="{FF2B5EF4-FFF2-40B4-BE49-F238E27FC236}">
                <ns2:creationId id="{E6F95587-9DD7-454A-A7A0-50CA5576146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05</a:t>
            </a:r>
          </a:p>
        </p:txBody>
      </p:sp>
      <p:sp>
        <p:nvSpPr>
          <p:cNvPr id="3" name="Titulli">
            <a:extLst>
              <a:ext uri="{FF2B5EF4-FFF2-40B4-BE49-F238E27FC236}">
                <ns2:creationId id="{3F971641-B408-403C-9558-0637FE54DB8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Produktet në jetën e përditshme</a:t>
            </a:r>
          </a:p>
        </p:txBody>
      </p:sp>
      <p:sp>
        <p:nvSpPr>
          <p:cNvPr id="4" name="">
            <a:extLst>
              <a:ext uri="{FF2B5EF4-FFF2-40B4-BE49-F238E27FC236}">
                <ns2:creationId id="{BA40F1F6-713C-4513-869A-F89CBDFF95A4}"/>
              </a:ext>
            </a:extLst>
          </p:cNvPr>
          <p:cNvSpPr>
            <a:spLocks noGrp="1"/>
          </p:cNvSpPr>
          <p:nvPr/>
        </p:nvSpPr>
        <p:spPr>
          <a:xfrm>
            <a:off x="609600" y="2047875"/>
            <a:ext cx="5438775" cy="1981200"/>
          </a:xfrm>
          <a:prstGeom prst="rect">
            <a:avLst/>
          </a:prstGeom>
          <a:noFill/>
          <a:ln w="0">
            <a:noFill/>
          </a:ln>
        </p:spPr>
        <p:txBody>
          <a:bodyPr wrap="square" lIns="0" tIns="0" rIns="0" bIns="0" anchor="t">
            <a:noAutofit/>
          </a:bodyPr>
          <a:lstStyle>
            <a:defPPr>
              <a:defRPr sz="2925" b="1">
                <a:solidFill>
                  <a:srgbClr val="153F36"/>
                </a:solidFill>
                <a:latin typeface="Arial"/>
                <a:ea typeface="Arial"/>
                <a:cs typeface="Arial"/>
              </a:defRPr>
            </a:defPPr>
          </a:lstStyle>
          <a:p>
            <a:pPr>
              <a:defRPr sz="2925" b="1">
                <a:solidFill>
                  <a:srgbClr val="153F36"/>
                </a:solidFill>
                <a:latin typeface="Arial"/>
                <a:ea typeface="Arial"/>
                <a:cs typeface="Arial"/>
              </a:defRPr>
            </a:pPr>
            <a:r>
              <a:rPr sz="2925" b="1" lang="sq-AL">
                <a:solidFill>
                  <a:srgbClr val="153F36"/>
                </a:solidFill>
                <a:latin typeface="Arial"/>
                <a:ea typeface="Arial"/>
                <a:cs typeface="Arial"/>
              </a:rPr>
              <a:t>Kujdesi personal</a:t>
            </a:r>
          </a:p>
          <a:p>
            <a:pPr>
              <a:defRPr sz="2925" b="1">
                <a:solidFill>
                  <a:srgbClr val="153F36"/>
                </a:solidFill>
                <a:latin typeface="Arial"/>
                <a:ea typeface="Arial"/>
                <a:cs typeface="Arial"/>
              </a:defRPr>
            </a:pPr>
            <a:r>
              <a:rPr sz="2925" b="1" lang="sq-AL">
                <a:solidFill>
                  <a:srgbClr val="153F36"/>
                </a:solidFill>
                <a:latin typeface="Arial"/>
                <a:ea typeface="Arial"/>
                <a:cs typeface="Arial"/>
              </a:rPr>
              <a:t>Pijet</a:t>
            </a:r>
          </a:p>
          <a:p>
            <a:pPr>
              <a:defRPr sz="2925" b="1">
                <a:solidFill>
                  <a:srgbClr val="153F36"/>
                </a:solidFill>
                <a:latin typeface="Arial"/>
                <a:ea typeface="Arial"/>
                <a:cs typeface="Arial"/>
              </a:defRPr>
            </a:pPr>
            <a:r>
              <a:rPr sz="2925" b="1" lang="sq-AL">
                <a:solidFill>
                  <a:srgbClr val="153F36"/>
                </a:solidFill>
                <a:latin typeface="Arial"/>
                <a:ea typeface="Arial"/>
                <a:cs typeface="Arial"/>
              </a:rPr>
              <a:t>Suplementet ushqimore</a:t>
            </a:r>
          </a:p>
        </p:txBody>
      </p:sp>
      <p:sp>
        <p:nvSpPr>
          <p:cNvPr id="5" name="">
            <a:extLst>
              <a:ext uri="{FF2B5EF4-FFF2-40B4-BE49-F238E27FC236}">
                <ns2:creationId id="{1D9888A3-65A4-4BA0-A252-BAFF4B247E14}"/>
              </a:ext>
            </a:extLst>
          </p:cNvPr>
          <p:cNvSpPr>
            <a:spLocks noGrp="1"/>
          </p:cNvSpPr>
          <p:nvPr/>
        </p:nvSpPr>
        <p:spPr>
          <a:xfrm>
            <a:off x="609600" y="4314825"/>
            <a:ext cx="5410200" cy="111442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q-AL">
                <a:solidFill>
                  <a:srgbClr val="526B63"/>
                </a:solidFill>
                <a:latin typeface="Arial"/>
                <a:ea typeface="Arial"/>
                <a:cs typeface="Arial"/>
              </a:rPr>
              <a:t>Rekomandimi ka kuptim kur produkti i përshtatet personit dhe rutinës së tij.</a:t>
            </a:r>
          </a:p>
        </p:txBody>
      </p:sp>
      <p:pic>
        <p:nvPicPr>
          <p:cNvPr id="6" name="">
            <a:extLst>
              <a:ext uri="{FF2B5EF4-FFF2-40B4-BE49-F238E27FC236}">
                <ns2:creationId id="{FBA35493-A3D8-4CDD-B285-CEAA1756B8A5}"/>
              </a:ext>
            </a:extLst>
          </p:cNvPr>
          <p:cNvPicPr>
            <a:picLocks noChangeAspect="1"/>
          </p:cNvPicPr>
          <p:nvPr/>
        </p:nvPicPr>
        <p:blipFill>
          <a:blip r:embed="R5eebdc2fa42747ce"/>
          <a:srcRect l="0" t="449" r="0" b="449"/>
          <a:stretch>
            <a:fillRect l="0" t="0" r="0" b="0"/>
          </a:stretch>
        </p:blipFill>
        <p:spPr>
          <a:xfrm>
            <a:off x="7286625" y="1914525"/>
            <a:ext cx="3714750" cy="3876675"/>
          </a:xfrm>
          <a:prstGeom prst="rect">
            <a:avLst/>
          </a:prstGeom>
        </p:spPr>
      </p:pic>
    </p:spTree>
    <p:extLst>
      <p:ext uri="{BB962C8B-B14F-4D97-AF65-F5344CB8AC3E}">
        <ns4:creationId val="11858239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C46B7334-D258-4863-BDBC-0EC0B34D3EC6}"/>
              </a:ext>
            </a:extLst>
          </p:cNvPr>
          <p:cNvPicPr>
            <a:picLocks noChangeAspect="1"/>
          </p:cNvPicPr>
          <p:nvPr/>
        </p:nvPicPr>
        <p:blipFill>
          <a:blip r:embed="Rc418f7fc157f4c3e"/>
          <a:stretch/>
        </p:blipFill>
        <p:spPr>
          <a:xfrm>
            <a:off x="9867900" y="276061"/>
            <a:ext cx="1695450" cy="438478"/>
          </a:xfrm>
          <a:prstGeom prst="rect">
            <a:avLst/>
          </a:prstGeom>
        </p:spPr>
      </p:pic>
      <p:sp>
        <p:nvSpPr>
          <p:cNvPr id="2" name="">
            <a:extLst>
              <a:ext uri="{FF2B5EF4-FFF2-40B4-BE49-F238E27FC236}">
                <ns2:creationId id="{5DB4D99C-680C-4273-AA73-EE7C5D30111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06</a:t>
            </a:r>
          </a:p>
        </p:txBody>
      </p:sp>
      <p:sp>
        <p:nvSpPr>
          <p:cNvPr id="3" name="Titulli">
            <a:extLst>
              <a:ext uri="{FF2B5EF4-FFF2-40B4-BE49-F238E27FC236}">
                <ns2:creationId id="{6D53AC0C-2BDA-402D-9E9D-A573631BA1C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Nga kultivimi te porosia zyrtare</a:t>
            </a:r>
          </a:p>
        </p:txBody>
      </p:sp>
      <p:pic>
        <p:nvPicPr>
          <p:cNvPr id="4" name="">
            <a:extLst>
              <a:ext uri="{FF2B5EF4-FFF2-40B4-BE49-F238E27FC236}">
                <ns2:creationId id="{5D0A6E93-1A12-423D-9899-8ABB22E67C8D}"/>
              </a:ext>
            </a:extLst>
          </p:cNvPr>
          <p:cNvPicPr>
            <a:picLocks noChangeAspect="1"/>
          </p:cNvPicPr>
          <p:nvPr/>
        </p:nvPicPr>
        <p:blipFill>
          <a:blip r:embed="R760ec06578814d61"/>
          <a:srcRect l="0" t="11760" r="0" b="11760"/>
          <a:stretch>
            <a:fillRect l="0" t="0" r="0" b="0"/>
          </a:stretch>
        </p:blipFill>
        <p:spPr>
          <a:xfrm>
            <a:off x="609600" y="1981200"/>
            <a:ext cx="5257800" cy="2600325"/>
          </a:xfrm>
          <a:prstGeom prst="rect">
            <a:avLst/>
          </a:prstGeom>
        </p:spPr>
      </p:pic>
      <p:pic>
        <p:nvPicPr>
          <p:cNvPr id="5" name="">
            <a:extLst>
              <a:ext uri="{FF2B5EF4-FFF2-40B4-BE49-F238E27FC236}">
                <ns2:creationId id="{B207C59F-8F2C-47BF-BC54-ADB1CA9C1458}"/>
              </a:ext>
            </a:extLst>
          </p:cNvPr>
          <p:cNvPicPr>
            <a:picLocks noChangeAspect="1"/>
          </p:cNvPicPr>
          <p:nvPr/>
        </p:nvPicPr>
        <p:blipFill>
          <a:blip r:embed="R67e74f1e1fe24f58"/>
          <a:srcRect l="0" t="17029" r="0" b="17029"/>
          <a:stretch>
            <a:fillRect l="0" t="0" r="0" b="0"/>
          </a:stretch>
        </p:blipFill>
        <p:spPr>
          <a:xfrm>
            <a:off x="6324600" y="1981200"/>
            <a:ext cx="5257800" cy="2600325"/>
          </a:xfrm>
          <a:prstGeom prst="rect">
            <a:avLst/>
          </a:prstGeom>
        </p:spPr>
      </p:pic>
      <p:sp>
        <p:nvSpPr>
          <p:cNvPr id="6" name="">
            <a:extLst>
              <a:ext uri="{FF2B5EF4-FFF2-40B4-BE49-F238E27FC236}">
                <ns2:creationId id="{043BAD13-5883-4683-B52C-68D2B5637D91}"/>
              </a:ext>
            </a:extLst>
          </p:cNvPr>
          <p:cNvSpPr>
            <a:spLocks noGrp="1"/>
          </p:cNvSpPr>
          <p:nvPr/>
        </p:nvSpPr>
        <p:spPr>
          <a:xfrm>
            <a:off x="609600" y="4953000"/>
            <a:ext cx="10382250" cy="6286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q-AL">
                <a:solidFill>
                  <a:srgbClr val="153F36"/>
                </a:solidFill>
                <a:latin typeface="Arial"/>
                <a:ea typeface="Arial"/>
                <a:cs typeface="Arial"/>
              </a:rPr>
              <a:t>Forever menaxhon prodhimin, porositë dhe dërgesat.</a:t>
            </a:r>
          </a:p>
        </p:txBody>
      </p:sp>
      <p:sp>
        <p:nvSpPr>
          <p:cNvPr id="7" name="">
            <a:extLst>
              <a:ext uri="{FF2B5EF4-FFF2-40B4-BE49-F238E27FC236}">
                <ns2:creationId id="{E65AD224-944D-41B6-800D-07B566B65B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Bashkëpunëtori e ndihmon personin të zgjedhë produktin dhe të përdorë kanalin zyrtar të blerjes.</a:t>
            </a:r>
          </a:p>
        </p:txBody>
      </p:sp>
    </p:spTree>
    <p:extLst>
      <p:ext uri="{BB962C8B-B14F-4D97-AF65-F5344CB8AC3E}">
        <ns4:creationId val="206011841"/>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2E54AF73-E036-4720-891A-5121EB809BF9}"/>
              </a:ext>
            </a:extLst>
          </p:cNvPr>
          <p:cNvPicPr>
            <a:picLocks noChangeAspect="1"/>
          </p:cNvPicPr>
          <p:nvPr/>
        </p:nvPicPr>
        <p:blipFill>
          <a:blip r:embed="R9d24496200b841ee"/>
          <a:stretch/>
        </p:blipFill>
        <p:spPr>
          <a:xfrm>
            <a:off x="9867900" y="276061"/>
            <a:ext cx="1695450" cy="438478"/>
          </a:xfrm>
          <a:prstGeom prst="rect">
            <a:avLst/>
          </a:prstGeom>
        </p:spPr>
      </p:pic>
      <p:sp>
        <p:nvSpPr>
          <p:cNvPr id="2" name="">
            <a:extLst>
              <a:ext uri="{FF2B5EF4-FFF2-40B4-BE49-F238E27FC236}">
                <ns2:creationId id="{67E37213-3D26-4825-BBB6-2E564E93A55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07</a:t>
            </a:r>
          </a:p>
        </p:txBody>
      </p:sp>
      <p:sp>
        <p:nvSpPr>
          <p:cNvPr id="3" name="Titulli">
            <a:extLst>
              <a:ext uri="{FF2B5EF4-FFF2-40B4-BE49-F238E27FC236}">
                <ns2:creationId id="{1383C903-881D-4840-A4D5-5DDD9FAFC1F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Përdorues ose bashkëpunëtor biznesi</a:t>
            </a:r>
          </a:p>
        </p:txBody>
      </p:sp>
      <p:sp>
        <p:nvSpPr>
          <p:cNvPr id="4" name="">
            <a:extLst>
              <a:ext uri="{FF2B5EF4-FFF2-40B4-BE49-F238E27FC236}">
                <ns2:creationId id="{2E14BC8A-29A8-4C50-9C5C-973F016EBCBF}"/>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q-AL">
                <a:solidFill>
                  <a:srgbClr val="153F36"/>
                </a:solidFill>
                <a:latin typeface="Arial"/>
                <a:ea typeface="Arial"/>
                <a:cs typeface="Arial"/>
              </a:rPr>
              <a:t>Përdorues i produkteve</a:t>
            </a:r>
          </a:p>
        </p:txBody>
      </p:sp>
      <p:sp>
        <p:nvSpPr>
          <p:cNvPr id="5" name="">
            <a:extLst>
              <a:ext uri="{FF2B5EF4-FFF2-40B4-BE49-F238E27FC236}">
                <ns2:creationId id="{44DDA104-5A1E-4779-A60F-E3CEA86C4451}"/>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q-AL">
                <a:solidFill>
                  <a:srgbClr val="526B63"/>
                </a:solidFill>
                <a:latin typeface="Arial"/>
                <a:ea typeface="Arial"/>
                <a:cs typeface="Arial"/>
              </a:rPr>
              <a:t>Zgjedh produkte për përdorim personal.</a:t>
            </a:r>
          </a:p>
          <a:p>
            <a:r>
              <a:t/>
            </a:r>
          </a:p>
          <a:p>
            <a:pPr>
              <a:defRPr sz="2175" b="0">
                <a:solidFill>
                  <a:srgbClr val="526B63"/>
                </a:solidFill>
                <a:latin typeface="Arial"/>
                <a:ea typeface="Arial"/>
                <a:cs typeface="Arial"/>
              </a:defRPr>
            </a:pPr>
            <a:r>
              <a:rPr sz="2175" b="0" lang="sq-AL">
                <a:solidFill>
                  <a:srgbClr val="526B63"/>
                </a:solidFill>
                <a:latin typeface="Arial"/>
                <a:ea typeface="Arial"/>
                <a:cs typeface="Arial"/>
              </a:rPr>
              <a:t>Verifikon zbritjen dhe kushtet e tregut të tij.</a:t>
            </a:r>
          </a:p>
        </p:txBody>
      </p:sp>
      <p:sp>
        <p:nvSpPr>
          <p:cNvPr id="6" name="">
            <a:extLst>
              <a:ext uri="{FF2B5EF4-FFF2-40B4-BE49-F238E27FC236}">
                <ns2:creationId id="{CB3AEC29-C6AB-4B40-B4A4-BBBBB4FC86ED}"/>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q-AL">
                <a:solidFill>
                  <a:srgbClr val="153F36"/>
                </a:solidFill>
                <a:latin typeface="Arial"/>
                <a:ea typeface="Arial"/>
                <a:cs typeface="Arial"/>
              </a:rPr>
              <a:t>Bashkëpunëtor biznesi</a:t>
            </a:r>
          </a:p>
        </p:txBody>
      </p:sp>
      <p:sp>
        <p:nvSpPr>
          <p:cNvPr id="7" name="">
            <a:extLst>
              <a:ext uri="{FF2B5EF4-FFF2-40B4-BE49-F238E27FC236}">
                <ns2:creationId id="{3D3E645E-563B-44E3-A32F-90226B46A13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q-AL">
                <a:solidFill>
                  <a:srgbClr val="526B63"/>
                </a:solidFill>
                <a:latin typeface="Arial"/>
                <a:ea typeface="Arial"/>
                <a:cs typeface="Arial"/>
              </a:rPr>
              <a:t>Mëson të rekomandojë produkte dhe të punojë me klientët.</a:t>
            </a:r>
          </a:p>
          <a:p>
            <a:r>
              <a:t/>
            </a:r>
          </a:p>
          <a:p>
            <a:pPr>
              <a:defRPr sz="2175" b="0">
                <a:solidFill>
                  <a:srgbClr val="526B63"/>
                </a:solidFill>
                <a:latin typeface="Arial"/>
                <a:ea typeface="Arial"/>
                <a:cs typeface="Arial"/>
              </a:defRPr>
            </a:pPr>
            <a:r>
              <a:rPr sz="2175" b="0" lang="sq-AL">
                <a:solidFill>
                  <a:srgbClr val="526B63"/>
                </a:solidFill>
                <a:latin typeface="Arial"/>
                <a:ea typeface="Arial"/>
                <a:cs typeface="Arial"/>
              </a:rPr>
              <a:t>Mund të zhvillojë ekip sipas planit zyrtar.</a:t>
            </a:r>
          </a:p>
        </p:txBody>
      </p:sp>
      <p:sp>
        <p:nvSpPr>
          <p:cNvPr id="8" name="">
            <a:extLst>
              <a:ext uri="{FF2B5EF4-FFF2-40B4-BE49-F238E27FC236}">
                <ns2:creationId id="{0E0D066F-E836-4495-B6BA-02C6081856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Biseda e parë ndihmon për të zgjedhur drejtimin që i përshtatet personit.</a:t>
            </a:r>
          </a:p>
        </p:txBody>
      </p:sp>
    </p:spTree>
    <p:extLst>
      <p:ext uri="{BB962C8B-B14F-4D97-AF65-F5344CB8AC3E}">
        <ns4:creationId val="7207081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452BAE09-4A28-4FDF-B4F1-D84AE45B9CCE}"/>
              </a:ext>
            </a:extLst>
          </p:cNvPr>
          <p:cNvPicPr>
            <a:picLocks noChangeAspect="1"/>
          </p:cNvPicPr>
          <p:nvPr/>
        </p:nvPicPr>
        <p:blipFill>
          <a:blip r:embed="R051be96e5b284a3e"/>
          <a:stretch/>
        </p:blipFill>
        <p:spPr>
          <a:xfrm>
            <a:off x="9867900" y="276061"/>
            <a:ext cx="1695450" cy="438478"/>
          </a:xfrm>
          <a:prstGeom prst="rect">
            <a:avLst/>
          </a:prstGeom>
        </p:spPr>
      </p:pic>
      <p:sp>
        <p:nvSpPr>
          <p:cNvPr id="2" name="">
            <a:extLst>
              <a:ext uri="{FF2B5EF4-FFF2-40B4-BE49-F238E27FC236}">
                <ns2:creationId id="{7AF10F6B-11A4-4082-8474-F8BB8D3A628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08</a:t>
            </a:r>
          </a:p>
        </p:txBody>
      </p:sp>
      <p:sp>
        <p:nvSpPr>
          <p:cNvPr id="3" name="Titulli">
            <a:extLst>
              <a:ext uri="{FF2B5EF4-FFF2-40B4-BE49-F238E27FC236}">
                <ns2:creationId id="{FFD17B86-6F5B-4AC9-A45D-61B841C5305A}"/>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Kualifikimi fillestar: 2 CC</a:t>
            </a:r>
          </a:p>
        </p:txBody>
      </p:sp>
      <p:sp>
        <p:nvSpPr>
          <p:cNvPr id="4" name="">
            <a:extLst>
              <a:ext uri="{FF2B5EF4-FFF2-40B4-BE49-F238E27FC236}">
                <ns2:creationId id="{1305E928-94E3-4B55-A605-33368A8BE1FE}"/>
              </a:ext>
            </a:extLst>
          </p:cNvPr>
          <p:cNvSpPr>
            <a:spLocks noGrp="1"/>
          </p:cNvSpPr>
          <p:nvPr/>
        </p:nvSpPr>
        <p:spPr>
          <a:xfrm>
            <a:off x="609600" y="2095500"/>
            <a:ext cx="4810125" cy="1285875"/>
          </a:xfrm>
          <a:prstGeom prst="rect">
            <a:avLst/>
          </a:prstGeom>
          <a:noFill/>
          <a:ln w="0">
            <a:noFill/>
          </a:ln>
        </p:spPr>
        <p:txBody>
          <a:bodyPr wrap="square" lIns="0" tIns="0" rIns="0" bIns="0" anchor="t">
            <a:noAutofit/>
          </a:bodyPr>
          <a:lstStyle>
            <a:defPPr>
              <a:defRPr sz="7650" b="1">
                <a:solidFill>
                  <a:srgbClr val="153F36"/>
                </a:solidFill>
                <a:latin typeface="Arial"/>
                <a:ea typeface="Arial"/>
                <a:cs typeface="Arial"/>
              </a:defRPr>
            </a:defPPr>
          </a:lstStyle>
          <a:p>
            <a:pPr>
              <a:defRPr sz="7650" b="1">
                <a:solidFill>
                  <a:srgbClr val="153F36"/>
                </a:solidFill>
                <a:latin typeface="Arial"/>
                <a:ea typeface="Arial"/>
                <a:cs typeface="Arial"/>
              </a:defRPr>
            </a:pPr>
            <a:r>
              <a:rPr sz="7650" b="1" lang="sq-AL">
                <a:solidFill>
                  <a:srgbClr val="153F36"/>
                </a:solidFill>
                <a:latin typeface="Arial"/>
                <a:ea typeface="Arial"/>
                <a:cs typeface="Arial"/>
              </a:rPr>
              <a:t>2 CC</a:t>
            </a:r>
          </a:p>
        </p:txBody>
      </p:sp>
      <p:sp>
        <p:nvSpPr>
          <p:cNvPr id="5" name="">
            <a:extLst>
              <a:ext uri="{FF2B5EF4-FFF2-40B4-BE49-F238E27FC236}">
                <ns2:creationId id="{8E600297-3522-4464-94CB-5C48591DB8FF}"/>
              </a:ext>
            </a:extLst>
          </p:cNvPr>
          <p:cNvSpPr>
            <a:spLocks noGrp="1"/>
          </p:cNvSpPr>
          <p:nvPr/>
        </p:nvSpPr>
        <p:spPr>
          <a:xfrm>
            <a:off x="4572000" y="2333625"/>
            <a:ext cx="6715125" cy="1104900"/>
          </a:xfrm>
          <a:prstGeom prst="rect">
            <a:avLst/>
          </a:prstGeom>
          <a:noFill/>
          <a:ln w="0">
            <a:noFill/>
          </a:ln>
        </p:spPr>
        <p:txBody>
          <a:bodyPr wrap="square" lIns="0" tIns="0" rIns="0" bIns="0" anchor="t">
            <a:noAutofit/>
          </a:bodyPr>
          <a:lstStyle>
            <a:defPPr>
              <a:defRPr sz="2700" b="1">
                <a:solidFill>
                  <a:srgbClr val="153F36"/>
                </a:solidFill>
                <a:latin typeface="Arial"/>
                <a:ea typeface="Arial"/>
                <a:cs typeface="Arial"/>
              </a:defRPr>
            </a:defPPr>
          </a:lstStyle>
          <a:p>
            <a:pPr>
              <a:defRPr sz="2700" b="1">
                <a:solidFill>
                  <a:srgbClr val="153F36"/>
                </a:solidFill>
                <a:latin typeface="Arial"/>
                <a:ea typeface="Arial"/>
                <a:cs typeface="Arial"/>
              </a:defRPr>
            </a:pPr>
            <a:r>
              <a:rPr sz="2700" b="1" lang="sq-AL">
                <a:solidFill>
                  <a:srgbClr val="153F36"/>
                </a:solidFill>
                <a:latin typeface="Arial"/>
                <a:ea typeface="Arial"/>
                <a:cs typeface="Arial"/>
              </a:rPr>
              <a:t>CC janë pikë llogaritjeje</a:t>
            </a:r>
          </a:p>
          <a:p>
            <a:pPr>
              <a:defRPr sz="2700" b="1">
                <a:solidFill>
                  <a:srgbClr val="153F36"/>
                </a:solidFill>
                <a:latin typeface="Arial"/>
                <a:ea typeface="Arial"/>
                <a:cs typeface="Arial"/>
              </a:defRPr>
            </a:pPr>
            <a:r>
              <a:rPr sz="2700" b="1" lang="sq-AL">
                <a:solidFill>
                  <a:srgbClr val="153F36"/>
                </a:solidFill>
                <a:latin typeface="Arial"/>
                <a:ea typeface="Arial"/>
                <a:cs typeface="Arial"/>
              </a:rPr>
              <a:t>të produkteve.</a:t>
            </a:r>
          </a:p>
        </p:txBody>
      </p:sp>
      <p:sp>
        <p:nvSpPr>
          <p:cNvPr id="6" name="">
            <a:extLst>
              <a:ext uri="{FF2B5EF4-FFF2-40B4-BE49-F238E27FC236}">
                <ns2:creationId id="{0D2CE9B8-81CE-4B05-9A88-8AA42B134161}"/>
              </a:ext>
            </a:extLst>
          </p:cNvPr>
          <p:cNvSpPr>
            <a:spLocks noGrp="1"/>
          </p:cNvSpPr>
          <p:nvPr/>
        </p:nvSpPr>
        <p:spPr>
          <a:xfrm>
            <a:off x="609600" y="3486150"/>
            <a:ext cx="9753600" cy="6858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q-AL">
                <a:solidFill>
                  <a:srgbClr val="153F36"/>
                </a:solidFill>
                <a:latin typeface="Arial"/>
                <a:ea typeface="Arial"/>
                <a:cs typeface="Arial"/>
              </a:rPr>
              <a:t>Në dy muaj radhazi</a:t>
            </a:r>
          </a:p>
        </p:txBody>
      </p:sp>
      <p:sp>
        <p:nvSpPr>
          <p:cNvPr id="7" name="">
            <a:extLst>
              <a:ext uri="{FF2B5EF4-FFF2-40B4-BE49-F238E27FC236}">
                <ns2:creationId id="{F38A0995-25A3-4169-84D9-35E62D33DC4A}"/>
              </a:ext>
            </a:extLst>
          </p:cNvPr>
          <p:cNvSpPr>
            <a:spLocks noGrp="1"/>
          </p:cNvSpPr>
          <p:nvPr/>
        </p:nvSpPr>
        <p:spPr>
          <a:xfrm>
            <a:off x="609600" y="4495800"/>
            <a:ext cx="9525000" cy="93345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q-AL">
                <a:solidFill>
                  <a:srgbClr val="526B63"/>
                </a:solidFill>
                <a:latin typeface="Arial"/>
                <a:ea typeface="Arial"/>
                <a:cs typeface="Arial"/>
              </a:rPr>
              <a:t>Paketë fillestare e përshtatshme ose kombinim produktesh sipas kushteve aktuale.</a:t>
            </a:r>
          </a:p>
        </p:txBody>
      </p:sp>
      <p:sp>
        <p:nvSpPr>
          <p:cNvPr id="8" name="">
            <a:extLst>
              <a:ext uri="{FF2B5EF4-FFF2-40B4-BE49-F238E27FC236}">
                <ns2:creationId id="{77AFF33C-FD64-4E61-B81A-785DDD31156C}"/>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Kuadri i tregut kroat. Çmimi dhe disponueshmëria verifikohen në dyqanin zyrtar.</a:t>
            </a:r>
          </a:p>
        </p:txBody>
      </p:sp>
    </p:spTree>
    <p:extLst>
      <p:ext uri="{BB962C8B-B14F-4D97-AF65-F5344CB8AC3E}">
        <ns4:creationId val="30215633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4B81B2D-1CCA-483A-BFD7-E57A9B46F8C8}"/>
              </a:ext>
            </a:extLst>
          </p:cNvPr>
          <p:cNvPicPr>
            <a:picLocks noChangeAspect="1"/>
          </p:cNvPicPr>
          <p:nvPr/>
        </p:nvPicPr>
        <p:blipFill>
          <a:blip r:embed="Rf661f195b5314748"/>
          <a:stretch/>
        </p:blipFill>
        <p:spPr>
          <a:xfrm>
            <a:off x="9867900" y="276061"/>
            <a:ext cx="1695450" cy="438478"/>
          </a:xfrm>
          <a:prstGeom prst="rect">
            <a:avLst/>
          </a:prstGeom>
        </p:spPr>
      </p:pic>
      <p:sp>
        <p:nvSpPr>
          <p:cNvPr id="2" name="">
            <a:extLst>
              <a:ext uri="{FF2B5EF4-FFF2-40B4-BE49-F238E27FC236}">
                <ns2:creationId id="{54A71095-8359-4EA0-A4C1-36D0120F253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09</a:t>
            </a:r>
          </a:p>
        </p:txBody>
      </p:sp>
      <p:sp>
        <p:nvSpPr>
          <p:cNvPr id="3" name="Titulli">
            <a:extLst>
              <a:ext uri="{FF2B5EF4-FFF2-40B4-BE49-F238E27FC236}">
                <ns2:creationId id="{616FFF80-E49E-4FEC-A237-32EC6915272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Zbritja, fitimi nga shitja dhe bonusi</a:t>
            </a:r>
          </a:p>
        </p:txBody>
      </p:sp>
      <p:sp>
        <p:nvSpPr>
          <p:cNvPr id="4" name="">
            <a:extLst>
              <a:ext uri="{FF2B5EF4-FFF2-40B4-BE49-F238E27FC236}">
                <ns2:creationId id="{BDDED255-1812-4E04-914B-6B332C90B5B4}"/>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1.</a:t>
            </a:r>
          </a:p>
        </p:txBody>
      </p:sp>
      <p:sp>
        <p:nvSpPr>
          <p:cNvPr id="5" name="">
            <a:extLst>
              <a:ext uri="{FF2B5EF4-FFF2-40B4-BE49-F238E27FC236}">
                <ns2:creationId id="{FD37A62D-3C45-4D0E-A38A-9915FE68876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30% pas kualifikimit fillestar</a:t>
            </a:r>
          </a:p>
        </p:txBody>
      </p:sp>
      <p:sp>
        <p:nvSpPr>
          <p:cNvPr id="6" name="">
            <a:extLst>
              <a:ext uri="{FF2B5EF4-FFF2-40B4-BE49-F238E27FC236}">
                <ns2:creationId id="{0AEF7DBB-93FC-4643-9868-0D9C3B4364E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Zbritje për porositë pasuese në kuadrin e tregut kroat.</a:t>
            </a:r>
          </a:p>
        </p:txBody>
      </p:sp>
      <p:sp>
        <p:nvSpPr>
          <p:cNvPr id="7" name="">
            <a:extLst>
              <a:ext uri="{FF2B5EF4-FFF2-40B4-BE49-F238E27FC236}">
                <ns2:creationId id="{7B9CB7F3-4139-4611-87F8-435F9FF741FD}"/>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2.</a:t>
            </a:r>
          </a:p>
        </p:txBody>
      </p:sp>
      <p:sp>
        <p:nvSpPr>
          <p:cNvPr id="8" name="">
            <a:extLst>
              <a:ext uri="{FF2B5EF4-FFF2-40B4-BE49-F238E27FC236}">
                <ns2:creationId id="{9C21A969-5A0A-4363-B933-89E397B75B42}"/>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Fitimi nga shitja</a:t>
            </a:r>
          </a:p>
        </p:txBody>
      </p:sp>
      <p:sp>
        <p:nvSpPr>
          <p:cNvPr id="9" name="">
            <a:extLst>
              <a:ext uri="{FF2B5EF4-FFF2-40B4-BE49-F238E27FC236}">
                <ns2:creationId id="{A037074A-E68A-4282-99A4-49DED4CAE7F8}"/>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Varet nga çmimi real i shitjes dhe i blerjes.</a:t>
            </a:r>
          </a:p>
        </p:txBody>
      </p:sp>
      <p:sp>
        <p:nvSpPr>
          <p:cNvPr id="10" name="">
            <a:extLst>
              <a:ext uri="{FF2B5EF4-FFF2-40B4-BE49-F238E27FC236}">
                <ns2:creationId id="{3D570E6E-8B24-4330-A562-3E522F970A4D}"/>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3.</a:t>
            </a:r>
          </a:p>
        </p:txBody>
      </p:sp>
      <p:sp>
        <p:nvSpPr>
          <p:cNvPr id="11" name="">
            <a:extLst>
              <a:ext uri="{FF2B5EF4-FFF2-40B4-BE49-F238E27FC236}">
                <ns2:creationId id="{141569BD-0969-41EC-B9D6-1548A3721055}"/>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Bonusi</a:t>
            </a:r>
          </a:p>
        </p:txBody>
      </p:sp>
      <p:sp>
        <p:nvSpPr>
          <p:cNvPr id="12" name="">
            <a:extLst>
              <a:ext uri="{FF2B5EF4-FFF2-40B4-BE49-F238E27FC236}">
                <ns2:creationId id="{44D69AAF-0CFB-4734-B419-43D03A1B0923}"/>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Llogaritet për shitjet e njohura sipas kushteve të përcaktuara.</a:t>
            </a:r>
          </a:p>
        </p:txBody>
      </p:sp>
      <p:sp>
        <p:nvSpPr>
          <p:cNvPr id="13" name="">
            <a:extLst>
              <a:ext uri="{FF2B5EF4-FFF2-40B4-BE49-F238E27FC236}">
                <ns2:creationId id="{BD566267-66F1-4515-8129-B602138DC9B1}"/>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Të ardhurat neto varen edhe nga kostot, kthimet dhe taksat.</a:t>
            </a:r>
          </a:p>
        </p:txBody>
      </p:sp>
    </p:spTree>
    <p:extLst>
      <p:ext uri="{BB962C8B-B14F-4D97-AF65-F5344CB8AC3E}">
        <ns4:creationId val="402010883"/>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40DF7EE-0EBF-4A51-BCCA-50E40AAC8CD9}"/>
              </a:ext>
            </a:extLst>
          </p:cNvPr>
          <p:cNvPicPr>
            <a:picLocks noChangeAspect="1"/>
          </p:cNvPicPr>
          <p:nvPr/>
        </p:nvPicPr>
        <p:blipFill>
          <a:blip r:embed="Redb93a4280434ff1"/>
          <a:stretch/>
        </p:blipFill>
        <p:spPr>
          <a:xfrm>
            <a:off x="9867900" y="276061"/>
            <a:ext cx="1695450" cy="438478"/>
          </a:xfrm>
          <a:prstGeom prst="rect">
            <a:avLst/>
          </a:prstGeom>
        </p:spPr>
      </p:pic>
      <p:sp>
        <p:nvSpPr>
          <p:cNvPr id="2" name="">
            <a:extLst>
              <a:ext uri="{FF2B5EF4-FFF2-40B4-BE49-F238E27FC236}">
                <ns2:creationId id="{F88BD6BA-C85F-4ABA-8F08-31047BB24EE0}"/>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10</a:t>
            </a:r>
          </a:p>
        </p:txBody>
      </p:sp>
      <p:sp>
        <p:nvSpPr>
          <p:cNvPr id="3" name="Titulli">
            <a:extLst>
              <a:ext uri="{FF2B5EF4-FFF2-40B4-BE49-F238E27FC236}">
                <ns2:creationId id="{3292CFF6-A88B-4EB8-9D76-22FE6259927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Mënyrat e krijimit të të ardhurave</a:t>
            </a:r>
          </a:p>
        </p:txBody>
      </p:sp>
      <p:sp>
        <p:nvSpPr>
          <p:cNvPr id="4" name="">
            <a:extLst>
              <a:ext uri="{FF2B5EF4-FFF2-40B4-BE49-F238E27FC236}">
                <ns2:creationId id="{E4F37C57-BB38-4268-A186-D1B747EFAAB6}"/>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1.</a:t>
            </a:r>
          </a:p>
        </p:txBody>
      </p:sp>
      <p:sp>
        <p:nvSpPr>
          <p:cNvPr id="5" name="">
            <a:extLst>
              <a:ext uri="{FF2B5EF4-FFF2-40B4-BE49-F238E27FC236}">
                <ns2:creationId id="{961A0C47-68F2-4FC3-AC65-BF70D8BE9435}"/>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Shitja me pakicë dhe në internet</a:t>
            </a:r>
          </a:p>
        </p:txBody>
      </p:sp>
      <p:sp>
        <p:nvSpPr>
          <p:cNvPr id="6" name="">
            <a:extLst>
              <a:ext uri="{FF2B5EF4-FFF2-40B4-BE49-F238E27FC236}">
                <ns2:creationId id="{63F83357-877E-4FF3-915F-C3938DABCDED}"/>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Fitim i lidhur me blerjen reale të produkteve.</a:t>
            </a:r>
          </a:p>
        </p:txBody>
      </p:sp>
      <p:sp>
        <p:nvSpPr>
          <p:cNvPr id="7" name="">
            <a:extLst>
              <a:ext uri="{FF2B5EF4-FFF2-40B4-BE49-F238E27FC236}">
                <ns2:creationId id="{DADDE4B6-6F20-47E2-A08D-2141BD840EEE}"/>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2.</a:t>
            </a:r>
          </a:p>
        </p:txBody>
      </p:sp>
      <p:sp>
        <p:nvSpPr>
          <p:cNvPr id="8" name="">
            <a:extLst>
              <a:ext uri="{FF2B5EF4-FFF2-40B4-BE49-F238E27FC236}">
                <ns2:creationId id="{67D8978D-38A0-4FC8-BFC8-BC13A997672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Bonusi personal dhe Preferred Customer</a:t>
            </a:r>
          </a:p>
        </p:txBody>
      </p:sp>
      <p:sp>
        <p:nvSpPr>
          <p:cNvPr id="9" name="">
            <a:extLst>
              <a:ext uri="{FF2B5EF4-FFF2-40B4-BE49-F238E27FC236}">
                <ns2:creationId id="{C231494E-33FE-4508-9785-F00A2151446B}"/>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Llogaritje sipas nivelit të shitjes dhe kushteve.</a:t>
            </a:r>
          </a:p>
        </p:txBody>
      </p:sp>
      <p:sp>
        <p:nvSpPr>
          <p:cNvPr id="10" name="">
            <a:extLst>
              <a:ext uri="{FF2B5EF4-FFF2-40B4-BE49-F238E27FC236}">
                <ns2:creationId id="{6C5B4166-CAE5-400B-9E51-0F8ECA7D451A}"/>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3.</a:t>
            </a:r>
          </a:p>
        </p:txBody>
      </p:sp>
      <p:sp>
        <p:nvSpPr>
          <p:cNvPr id="11" name="">
            <a:extLst>
              <a:ext uri="{FF2B5EF4-FFF2-40B4-BE49-F238E27FC236}">
                <ns2:creationId id="{50834E28-49CA-44B2-B93E-18D9D4627CA3}"/>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Volume bonus</a:t>
            </a:r>
          </a:p>
        </p:txBody>
      </p:sp>
      <p:sp>
        <p:nvSpPr>
          <p:cNvPr id="12" name="">
            <a:extLst>
              <a:ext uri="{FF2B5EF4-FFF2-40B4-BE49-F238E27FC236}">
                <ns2:creationId id="{5407DF9D-985F-4E8D-8C98-F0B86ED67E9E}"/>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Shitje të kualifikuara të niveleve më të ulëta në organizatë.</a:t>
            </a:r>
          </a:p>
        </p:txBody>
      </p:sp>
      <p:sp>
        <p:nvSpPr>
          <p:cNvPr id="13" name="">
            <a:extLst>
              <a:ext uri="{FF2B5EF4-FFF2-40B4-BE49-F238E27FC236}">
                <ns2:creationId id="{E9580FA4-DD30-4C4A-BAB0-1DC98066621F}"/>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4.</a:t>
            </a:r>
          </a:p>
        </p:txBody>
      </p:sp>
      <p:sp>
        <p:nvSpPr>
          <p:cNvPr id="14" name="">
            <a:extLst>
              <a:ext uri="{FF2B5EF4-FFF2-40B4-BE49-F238E27FC236}">
                <ns2:creationId id="{E50EC679-BBB4-46B2-81C9-AC16645DB86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Leadership bonus</a:t>
            </a:r>
          </a:p>
        </p:txBody>
      </p:sp>
      <p:sp>
        <p:nvSpPr>
          <p:cNvPr id="15" name="">
            <a:extLst>
              <a:ext uri="{FF2B5EF4-FFF2-40B4-BE49-F238E27FC236}">
                <ns2:creationId id="{A8964C4B-0C42-4F0F-9058-0454BA2D8106}"/>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Gjenerata të kualifikuara Manager dhe kushtet e planit.</a:t>
            </a:r>
          </a:p>
        </p:txBody>
      </p:sp>
    </p:spTree>
    <p:extLst>
      <p:ext uri="{BB962C8B-B14F-4D97-AF65-F5344CB8AC3E}">
        <ns4:creationId val="992325245"/>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A9AB977B-9D5E-4F10-952B-A0122802EBF9}"/>
              </a:ext>
            </a:extLst>
          </p:cNvPr>
          <p:cNvPicPr>
            <a:picLocks noChangeAspect="1"/>
          </p:cNvPicPr>
          <p:nvPr/>
        </p:nvPicPr>
        <p:blipFill>
          <a:blip r:embed="R5bc897ca9a314817"/>
          <a:stretch/>
        </p:blipFill>
        <p:spPr>
          <a:xfrm>
            <a:off x="9867900" y="276061"/>
            <a:ext cx="1695450" cy="438478"/>
          </a:xfrm>
          <a:prstGeom prst="rect">
            <a:avLst/>
          </a:prstGeom>
        </p:spPr>
      </p:pic>
      <p:sp>
        <p:nvSpPr>
          <p:cNvPr id="2" name="">
            <a:extLst>
              <a:ext uri="{FF2B5EF4-FFF2-40B4-BE49-F238E27FC236}">
                <ns2:creationId id="{E1206217-E73A-4CEB-9B09-737F10EA58F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11</a:t>
            </a:r>
          </a:p>
        </p:txBody>
      </p:sp>
      <p:sp>
        <p:nvSpPr>
          <p:cNvPr id="3" name="Titulli">
            <a:extLst>
              <a:ext uri="{FF2B5EF4-FFF2-40B4-BE49-F238E27FC236}">
                <ns2:creationId id="{F97FCDE6-31DA-49CD-A3B9-7E9B8A32A52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Nivelet e shitjes</a:t>
            </a:r>
          </a:p>
        </p:txBody>
      </p:sp>
      <p:graphicFrame>
        <p:nvGraphicFramePr>
          <p:cNvPr id="4" name="">
            <a:extLst>
              <a:ext uri="{FF2B5EF4-FFF2-40B4-BE49-F238E27FC236}">
                <ns2:creationId id="{BC47871F-1D3A-4769-8DAA-F613396509F8}"/>
              </a:ext>
            </a:extLst>
          </p:cNvPr>
          <p:cNvGraphicFramePr/>
          <p:nvPr/>
        </p:nvGraphicFramePr>
        <p:xfrm>
          <a:off x="609600" y="2114550"/>
          <a:ext cx="10953750" cy="3171825"/>
        </p:xfrm>
        <a:graphic>
          <a:graphicData uri="http://schemas.openxmlformats.org/drawingml/2006/table">
            <a:tbl>
              <a:tblPr/>
              <a:tblGrid>
                <a:gridCol w="3981450"/>
                <a:gridCol w="6972300"/>
              </a:tblGrid>
              <a:tr h="634365">
                <a:tc>
                  <a:txBody>
                    <a:bodyPr lIns="152400" tIns="133350" rIns="152400" bIns="114300">
                      <a:noAutofit/>
                    </a:bodyPr>
                    <a:lstStyle/>
                    <a:p>
                      <a:r>
                        <a:rPr sz="2025" b="1" lang="sq-AL">
                          <a:solidFill>
                            <a:srgbClr val="FFFFFF"/>
                          </a:solidFill>
                          <a:latin typeface="Arial"/>
                          <a:ea typeface="Arial"/>
                          <a:cs typeface="Arial"/>
                        </a:rPr>
                        <a:t>Niveli</a:t>
                      </a:r>
                    </a:p>
                  </a:txBody>
                  <a:tcPr marL="91440" marR="91440" marT="45720" marB="45720">
                    <a:solidFill>
                      <a:srgbClr val="153F36"/>
                    </a:solidFill>
                  </a:tcPr>
                </a:tc>
                <a:tc>
                  <a:txBody>
                    <a:bodyPr lIns="152400" tIns="133350" rIns="152400" bIns="114300">
                      <a:noAutofit/>
                    </a:bodyPr>
                    <a:lstStyle/>
                    <a:p>
                      <a:r>
                        <a:rPr sz="2025" b="1" lang="sq-AL">
                          <a:solidFill>
                            <a:srgbClr val="FFFFFF"/>
                          </a:solidFill>
                          <a:latin typeface="Arial"/>
                          <a:ea typeface="Arial"/>
                          <a:cs typeface="Arial"/>
                        </a:rPr>
                        <a:t>Vëllimi i kualifikimit</a:t>
                      </a:r>
                    </a:p>
                  </a:txBody>
                  <a:tcPr marL="91440" marR="91440" marT="45720" marB="45720">
                    <a:solidFill>
                      <a:srgbClr val="153F36"/>
                    </a:solidFill>
                  </a:tcPr>
                </a:tc>
              </a:tr>
              <a:tr h="634365">
                <a:tc>
                  <a:txBody>
                    <a:bodyPr lIns="152400" tIns="133350" rIns="152400" bIns="114300">
                      <a:noAutofit/>
                    </a:bodyPr>
                    <a:lstStyle/>
                    <a:p>
                      <a:r>
                        <a:rPr sz="2025" b="0" lang="sq-AL">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025" b="0" lang="sq-AL">
                          <a:solidFill>
                            <a:srgbClr val="153F36"/>
                          </a:solidFill>
                          <a:latin typeface="Arial"/>
                          <a:ea typeface="Arial"/>
                          <a:cs typeface="Arial"/>
                        </a:rPr>
                        <a:t>2 CC në dy muaj radhazi</a:t>
                      </a:r>
                    </a:p>
                  </a:txBody>
                  <a:tcPr marL="91440" marR="91440" marT="45720" marB="45720">
                    <a:solidFill>
                      <a:srgbClr val="FFFFFF"/>
                    </a:solidFill>
                  </a:tcPr>
                </a:tc>
              </a:tr>
              <a:tr h="634365">
                <a:tc>
                  <a:txBody>
                    <a:bodyPr lIns="152400" tIns="133350" rIns="152400" bIns="114300">
                      <a:noAutofit/>
                    </a:bodyPr>
                    <a:lstStyle/>
                    <a:p>
                      <a:r>
                        <a:rPr sz="2025" b="0" lang="sq-AL">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025" b="0" lang="sq-AL">
                          <a:solidFill>
                            <a:srgbClr val="153F36"/>
                          </a:solidFill>
                          <a:latin typeface="Arial"/>
                          <a:ea typeface="Arial"/>
                          <a:cs typeface="Arial"/>
                        </a:rPr>
                        <a:t>10 CC, afati verifikohet lokalisht</a:t>
                      </a:r>
                    </a:p>
                  </a:txBody>
                  <a:tcPr marL="91440" marR="91440" marT="45720" marB="45720">
                    <a:solidFill>
                      <a:srgbClr val="F3F7F2"/>
                    </a:solidFill>
                  </a:tcPr>
                </a:tc>
              </a:tr>
              <a:tr h="634365">
                <a:tc>
                  <a:txBody>
                    <a:bodyPr lIns="152400" tIns="133350" rIns="152400" bIns="114300">
                      <a:noAutofit/>
                    </a:bodyPr>
                    <a:lstStyle/>
                    <a:p>
                      <a:r>
                        <a:rPr sz="2025" b="0" lang="sq-AL">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025" b="0" lang="sq-AL">
                          <a:solidFill>
                            <a:srgbClr val="153F36"/>
                          </a:solidFill>
                          <a:latin typeface="Arial"/>
                          <a:ea typeface="Arial"/>
                          <a:cs typeface="Arial"/>
                        </a:rPr>
                        <a:t>60 CC në dy muaj radhazi</a:t>
                      </a:r>
                    </a:p>
                  </a:txBody>
                  <a:tcPr marL="91440" marR="91440" marT="45720" marB="45720">
                    <a:solidFill>
                      <a:srgbClr val="FFFFFF"/>
                    </a:solidFill>
                  </a:tcPr>
                </a:tc>
              </a:tr>
              <a:tr h="634365">
                <a:tc>
                  <a:txBody>
                    <a:bodyPr lIns="152400" tIns="133350" rIns="152400" bIns="114300">
                      <a:noAutofit/>
                    </a:bodyPr>
                    <a:lstStyle/>
                    <a:p>
                      <a:r>
                        <a:rPr sz="2025" b="0" lang="sq-AL">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025" b="0" lang="sq-AL">
                          <a:solidFill>
                            <a:srgbClr val="153F36"/>
                          </a:solidFill>
                          <a:latin typeface="Arial"/>
                          <a:ea typeface="Arial"/>
                          <a:cs typeface="Arial"/>
                        </a:rPr>
                        <a:t>120 CC në 1 ose 2 muaj, ose 150 CC në 3 ose 4 muaj</a:t>
                      </a:r>
                    </a:p>
                  </a:txBody>
                  <a:tcPr marL="91440" marR="91440" marT="45720" marB="45720">
                    <a:solidFill>
                      <a:srgbClr val="F3F7F2"/>
                    </a:solidFill>
                  </a:tcPr>
                </a:tc>
              </a:tr>
            </a:tbl>
          </a:graphicData>
        </a:graphic>
      </p:graphicFrame>
      <p:sp>
        <p:nvSpPr>
          <p:cNvPr id="5" name="">
            <a:extLst>
              <a:ext uri="{FF2B5EF4-FFF2-40B4-BE49-F238E27FC236}">
                <ns2:creationId id="{9DFB2BCF-6AA8-4740-A837-9F538AEBF00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Kuadri kroat. Përparimi ndjek xhiron e njohur të produkteve.</a:t>
            </a:r>
          </a:p>
        </p:txBody>
      </p:sp>
    </p:spTree>
    <p:extLst>
      <p:ext uri="{BB962C8B-B14F-4D97-AF65-F5344CB8AC3E}">
        <ns4:creationId val="164987945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E97F2449-B0C8-45FF-9BA5-1467F6340A5D}"/>
              </a:ext>
            </a:extLst>
          </p:cNvPr>
          <p:cNvPicPr>
            <a:picLocks noChangeAspect="1"/>
          </p:cNvPicPr>
          <p:nvPr/>
        </p:nvPicPr>
        <p:blipFill>
          <a:blip r:embed="Rc8567ceef5234c8d"/>
          <a:stretch/>
        </p:blipFill>
        <p:spPr>
          <a:xfrm>
            <a:off x="9867900" y="276061"/>
            <a:ext cx="1695450" cy="438478"/>
          </a:xfrm>
          <a:prstGeom prst="rect">
            <a:avLst/>
          </a:prstGeom>
        </p:spPr>
      </p:pic>
      <p:sp>
        <p:nvSpPr>
          <p:cNvPr id="2" name="">
            <a:extLst>
              <a:ext uri="{FF2B5EF4-FFF2-40B4-BE49-F238E27FC236}">
                <ns2:creationId id="{B9FFE9D7-C589-4DAD-A5DC-C4584AC834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12</a:t>
            </a:r>
          </a:p>
        </p:txBody>
      </p:sp>
      <p:sp>
        <p:nvSpPr>
          <p:cNvPr id="3" name="Titulli">
            <a:extLst>
              <a:ext uri="{FF2B5EF4-FFF2-40B4-BE49-F238E27FC236}">
                <ns2:creationId id="{F91E5C4C-3C31-4F72-9B91-81AAABDBF56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Niveli dhe aktiviteti mujor</a:t>
            </a:r>
          </a:p>
        </p:txBody>
      </p:sp>
      <p:sp>
        <p:nvSpPr>
          <p:cNvPr id="4" name="">
            <a:extLst>
              <a:ext uri="{FF2B5EF4-FFF2-40B4-BE49-F238E27FC236}">
                <ns2:creationId id="{703903BE-E1EA-4755-AF0E-DDC0FD0D2C54}"/>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q-AL">
                <a:solidFill>
                  <a:srgbClr val="153F36"/>
                </a:solidFill>
                <a:latin typeface="Arial"/>
                <a:ea typeface="Arial"/>
                <a:cs typeface="Arial"/>
              </a:rPr>
              <a:t>Niveli i arritur</a:t>
            </a:r>
          </a:p>
        </p:txBody>
      </p:sp>
      <p:sp>
        <p:nvSpPr>
          <p:cNvPr id="5" name="">
            <a:extLst>
              <a:ext uri="{FF2B5EF4-FFF2-40B4-BE49-F238E27FC236}">
                <ns2:creationId id="{9A996385-7B48-4296-A854-5EB0CE2EE565}"/>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q-AL">
                <a:solidFill>
                  <a:srgbClr val="526B63"/>
                </a:solidFill>
                <a:latin typeface="Arial"/>
                <a:ea typeface="Arial"/>
                <a:cs typeface="Arial"/>
              </a:rPr>
              <a:t>Tregon kualifikimin e arritur në shitje.</a:t>
            </a:r>
          </a:p>
          <a:p>
            <a:r>
              <a:t/>
            </a:r>
          </a:p>
          <a:p>
            <a:pPr>
              <a:defRPr sz="2175" b="0">
                <a:solidFill>
                  <a:srgbClr val="526B63"/>
                </a:solidFill>
                <a:latin typeface="Arial"/>
                <a:ea typeface="Arial"/>
                <a:cs typeface="Arial"/>
              </a:defRPr>
            </a:pPr>
            <a:r>
              <a:rPr sz="2175" b="0" lang="sq-AL">
                <a:solidFill>
                  <a:srgbClr val="526B63"/>
                </a:solidFill>
                <a:latin typeface="Arial"/>
                <a:ea typeface="Arial"/>
                <a:cs typeface="Arial"/>
              </a:rPr>
              <a:t>Pagesa të caktuara vazhdojnë të kenë kushte mujore.</a:t>
            </a:r>
          </a:p>
        </p:txBody>
      </p:sp>
      <p:sp>
        <p:nvSpPr>
          <p:cNvPr id="6" name="">
            <a:extLst>
              <a:ext uri="{FF2B5EF4-FFF2-40B4-BE49-F238E27FC236}">
                <ns2:creationId id="{77D1FAA2-01AE-4439-AF68-AFF32BA013D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q-AL">
                <a:solidFill>
                  <a:srgbClr val="153F36"/>
                </a:solidFill>
                <a:latin typeface="Arial"/>
                <a:ea typeface="Arial"/>
                <a:cs typeface="Arial"/>
              </a:rPr>
              <a:t>Aktiviteti në Kroaci</a:t>
            </a:r>
          </a:p>
        </p:txBody>
      </p:sp>
      <p:sp>
        <p:nvSpPr>
          <p:cNvPr id="7" name="">
            <a:extLst>
              <a:ext uri="{FF2B5EF4-FFF2-40B4-BE49-F238E27FC236}">
                <ns2:creationId id="{DE9F55C7-C377-46B3-ABD2-90B1875D63BE}"/>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q-AL">
                <a:solidFill>
                  <a:srgbClr val="526B63"/>
                </a:solidFill>
                <a:latin typeface="Arial"/>
                <a:ea typeface="Arial"/>
                <a:cs typeface="Arial"/>
              </a:rPr>
              <a:t>4 CC në muaj, me të paktën 1 CC të blerë personalisht.</a:t>
            </a:r>
          </a:p>
          <a:p>
            <a:r>
              <a:t/>
            </a:r>
          </a:p>
          <a:p>
            <a:pPr>
              <a:defRPr sz="2175" b="0">
                <a:solidFill>
                  <a:srgbClr val="526B63"/>
                </a:solidFill>
                <a:latin typeface="Arial"/>
                <a:ea typeface="Arial"/>
                <a:cs typeface="Arial"/>
              </a:defRPr>
            </a:pPr>
            <a:r>
              <a:rPr sz="2175" b="0" lang="sq-AL">
                <a:solidFill>
                  <a:srgbClr val="526B63"/>
                </a:solidFill>
                <a:latin typeface="Arial"/>
                <a:ea typeface="Arial"/>
                <a:cs typeface="Arial"/>
              </a:rPr>
              <a:t>Zbatohet për bonuse dhe kualifikime të caktuara.</a:t>
            </a:r>
          </a:p>
        </p:txBody>
      </p:sp>
      <p:sp>
        <p:nvSpPr>
          <p:cNvPr id="8" name="">
            <a:extLst>
              <a:ext uri="{FF2B5EF4-FFF2-40B4-BE49-F238E27FC236}">
                <ns2:creationId id="{FD9B8A60-55C5-4285-811D-8CC7872E01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Rregullat e tregut tënd dhe planin e shitjes shqyrtoji me sponsorin ose managerin.</a:t>
            </a:r>
          </a:p>
        </p:txBody>
      </p:sp>
    </p:spTree>
    <p:extLst>
      <p:ext uri="{BB962C8B-B14F-4D97-AF65-F5344CB8AC3E}">
        <ns4:creationId val="1437305113"/>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7CE17F46-7524-406F-87EF-22855383B637}"/>
              </a:ext>
            </a:extLst>
          </p:cNvPr>
          <p:cNvPicPr>
            <a:picLocks noChangeAspect="1"/>
          </p:cNvPicPr>
          <p:nvPr/>
        </p:nvPicPr>
        <p:blipFill>
          <a:blip r:embed="Rf83108d97d584295"/>
          <a:stretch/>
        </p:blipFill>
        <p:spPr>
          <a:xfrm>
            <a:off x="9867900" y="276061"/>
            <a:ext cx="1695450" cy="438478"/>
          </a:xfrm>
          <a:prstGeom prst="rect">
            <a:avLst/>
          </a:prstGeom>
        </p:spPr>
      </p:pic>
      <p:sp>
        <p:nvSpPr>
          <p:cNvPr id="2" name="">
            <a:extLst>
              <a:ext uri="{FF2B5EF4-FFF2-40B4-BE49-F238E27FC236}">
                <ns2:creationId id="{40911F3A-0291-4E27-930B-9F7571F7C8F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13</a:t>
            </a:r>
          </a:p>
        </p:txBody>
      </p:sp>
      <p:sp>
        <p:nvSpPr>
          <p:cNvPr id="3" name="Titulli">
            <a:extLst>
              <a:ext uri="{FF2B5EF4-FFF2-40B4-BE49-F238E27FC236}">
                <ns2:creationId id="{EC120288-5F29-45BC-8AC5-7E6A97B0B8D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Mundësitë e zhvillimit të mëtejshëm</a:t>
            </a:r>
          </a:p>
        </p:txBody>
      </p:sp>
      <p:sp>
        <p:nvSpPr>
          <p:cNvPr id="4" name="">
            <a:extLst>
              <a:ext uri="{FF2B5EF4-FFF2-40B4-BE49-F238E27FC236}">
                <ns2:creationId id="{941C9B93-C75E-4126-A8E8-C4081A9BAE11}"/>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1.</a:t>
            </a:r>
          </a:p>
        </p:txBody>
      </p:sp>
      <p:sp>
        <p:nvSpPr>
          <p:cNvPr id="5" name="">
            <a:extLst>
              <a:ext uri="{FF2B5EF4-FFF2-40B4-BE49-F238E27FC236}">
                <ns2:creationId id="{73D521F0-969B-4577-8CDA-78D20D152E22}"/>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Forever2Drive</a:t>
            </a:r>
          </a:p>
        </p:txBody>
      </p:sp>
      <p:sp>
        <p:nvSpPr>
          <p:cNvPr id="6" name="">
            <a:extLst>
              <a:ext uri="{FF2B5EF4-FFF2-40B4-BE49-F238E27FC236}">
                <ns2:creationId id="{ACF17F9F-E8A8-40BE-883F-DDC4827BF5EB}"/>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Stimulim me kualifikim dhe ruajtje të kushteve.</a:t>
            </a:r>
          </a:p>
        </p:txBody>
      </p:sp>
      <p:sp>
        <p:nvSpPr>
          <p:cNvPr id="7" name="">
            <a:extLst>
              <a:ext uri="{FF2B5EF4-FFF2-40B4-BE49-F238E27FC236}">
                <ns2:creationId id="{359B9063-6C13-4CE2-BCD9-9BD3727E9FED}"/>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2.</a:t>
            </a:r>
          </a:p>
        </p:txBody>
      </p:sp>
      <p:sp>
        <p:nvSpPr>
          <p:cNvPr id="8" name="">
            <a:extLst>
              <a:ext uri="{FF2B5EF4-FFF2-40B4-BE49-F238E27FC236}">
                <ns2:creationId id="{75478720-3A7B-4E47-9017-69248B3E4C2D}"/>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Eagle Manager</a:t>
            </a:r>
          </a:p>
        </p:txBody>
      </p:sp>
      <p:sp>
        <p:nvSpPr>
          <p:cNvPr id="9" name="">
            <a:extLst>
              <a:ext uri="{FF2B5EF4-FFF2-40B4-BE49-F238E27FC236}">
                <ns2:creationId id="{57C824BA-1407-4003-AE3E-95F40257C3D7}"/>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Zhvillimi i njerëzve, organizatës së shitjes dhe kualifikimeve.</a:t>
            </a:r>
          </a:p>
        </p:txBody>
      </p:sp>
      <p:sp>
        <p:nvSpPr>
          <p:cNvPr id="10" name="">
            <a:extLst>
              <a:ext uri="{FF2B5EF4-FFF2-40B4-BE49-F238E27FC236}">
                <ns2:creationId id="{C7DEDA4A-108F-4739-BF5B-CB0EC39ED372}"/>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3.</a:t>
            </a:r>
          </a:p>
        </p:txBody>
      </p:sp>
      <p:sp>
        <p:nvSpPr>
          <p:cNvPr id="11" name="">
            <a:extLst>
              <a:ext uri="{FF2B5EF4-FFF2-40B4-BE49-F238E27FC236}">
                <ns2:creationId id="{FC77939D-3BE0-48FF-BD9E-9E2DA6EB9D4D}"/>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Global Rally</a:t>
            </a:r>
          </a:p>
        </p:txBody>
      </p:sp>
      <p:sp>
        <p:nvSpPr>
          <p:cNvPr id="12" name="">
            <a:extLst>
              <a:ext uri="{FF2B5EF4-FFF2-40B4-BE49-F238E27FC236}">
                <ns2:creationId id="{9D0D43DD-DCED-4D9D-A8DF-DF03C8EDE1E3}"/>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Kualifikim vjetor sipas CC të njohura.</a:t>
            </a:r>
          </a:p>
        </p:txBody>
      </p:sp>
      <p:sp>
        <p:nvSpPr>
          <p:cNvPr id="13" name="">
            <a:extLst>
              <a:ext uri="{FF2B5EF4-FFF2-40B4-BE49-F238E27FC236}">
                <ns2:creationId id="{0DE06633-3104-4D5D-AFC2-6DD58A379127}"/>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4.</a:t>
            </a:r>
          </a:p>
        </p:txBody>
      </p:sp>
      <p:sp>
        <p:nvSpPr>
          <p:cNvPr id="14" name="">
            <a:extLst>
              <a:ext uri="{FF2B5EF4-FFF2-40B4-BE49-F238E27FC236}">
                <ns2:creationId id="{7181DCFD-1327-4AEA-A125-DB42B98E41DD}"/>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Chairman’s Bonus</a:t>
            </a:r>
          </a:p>
        </p:txBody>
      </p:sp>
      <p:sp>
        <p:nvSpPr>
          <p:cNvPr id="15" name="">
            <a:extLst>
              <a:ext uri="{FF2B5EF4-FFF2-40B4-BE49-F238E27FC236}">
                <ns2:creationId id="{0FC1322E-D4F3-4F90-B54D-8742B0118D65}"/>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Kualifikim i avancuar dhe pjesëmarrje në fondin e bonuseve.</a:t>
            </a:r>
          </a:p>
        </p:txBody>
      </p:sp>
    </p:spTree>
    <p:extLst>
      <p:ext uri="{BB962C8B-B14F-4D97-AF65-F5344CB8AC3E}">
        <ns4:creationId val="23771992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8" name="">
            <a:extLst>
              <a:ext uri="{FF2B5EF4-FFF2-40B4-BE49-F238E27FC236}">
                <ns2:creationId id="{F113DD45-36D4-4DA6-8B79-68B74FBB84D7}"/>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q-AL">
                <a:solidFill>
                  <a:srgbClr val="D4E8DD"/>
                </a:solidFill>
                <a:latin typeface="Arial"/>
                <a:ea typeface="Arial"/>
                <a:cs typeface="Arial"/>
              </a:rPr>
              <a:t>14</a:t>
            </a:r>
          </a:p>
        </p:txBody>
      </p:sp>
      <p:sp>
        <p:nvSpPr>
          <p:cNvPr id="2" name="Titulli">
            <a:extLst>
              <a:ext uri="{FF2B5EF4-FFF2-40B4-BE49-F238E27FC236}">
                <ns2:creationId id="{CAA3B91D-F917-4DA2-B226-01A327BB492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sq-AL">
                <a:solidFill>
                  <a:srgbClr val="FFFFFF"/>
                </a:solidFill>
                <a:latin typeface="Arial"/>
                <a:ea typeface="Arial"/>
                <a:cs typeface="Arial"/>
              </a:rPr>
              <a:t>Forever dhe FCC: ndarja e roleve</a:t>
            </a:r>
          </a:p>
        </p:txBody>
      </p:sp>
      <p:sp>
        <p:nvSpPr>
          <p:cNvPr id="3" name="">
            <a:extLst>
              <a:ext uri="{FF2B5EF4-FFF2-40B4-BE49-F238E27FC236}">
                <ns2:creationId id="{87010EBA-D139-47AC-B90D-AEF1B6E02C00}"/>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sq-AL">
                <a:solidFill>
                  <a:srgbClr val="FFFFFF"/>
                </a:solidFill>
                <a:latin typeface="Arial"/>
                <a:ea typeface="Arial"/>
                <a:cs typeface="Arial"/>
              </a:rPr>
              <a:t>Forever</a:t>
            </a:r>
          </a:p>
        </p:txBody>
      </p:sp>
      <p:sp>
        <p:nvSpPr>
          <p:cNvPr id="4" name="">
            <a:extLst>
              <a:ext uri="{FF2B5EF4-FFF2-40B4-BE49-F238E27FC236}">
                <ns2:creationId id="{5D9D1F61-7188-45FC-9FBB-33255E60669E}"/>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sq-AL">
                <a:solidFill>
                  <a:srgbClr val="D4E8DD"/>
                </a:solidFill>
                <a:latin typeface="Arial"/>
                <a:ea typeface="Arial"/>
                <a:cs typeface="Arial"/>
              </a:rPr>
              <a:t>Produkte, blerje zyrtare, politikë shitjeje dhe llogaritje.</a:t>
            </a:r>
          </a:p>
        </p:txBody>
      </p:sp>
      <p:sp>
        <p:nvSpPr>
          <p:cNvPr id="5" name="">
            <a:extLst>
              <a:ext uri="{FF2B5EF4-FFF2-40B4-BE49-F238E27FC236}">
                <ns2:creationId id="{F68DF54D-E5BD-4144-BF02-CF641CC1EC3A}"/>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sq-AL">
                <a:solidFill>
                  <a:srgbClr val="FFFFFF"/>
                </a:solidFill>
                <a:latin typeface="Arial"/>
                <a:ea typeface="Arial"/>
                <a:cs typeface="Arial"/>
              </a:rPr>
              <a:t>Forever Card Club</a:t>
            </a:r>
          </a:p>
        </p:txBody>
      </p:sp>
      <p:sp>
        <p:nvSpPr>
          <p:cNvPr id="6" name="">
            <a:extLst>
              <a:ext uri="{FF2B5EF4-FFF2-40B4-BE49-F238E27FC236}">
                <ns2:creationId id="{FBAF949A-07D7-451F-B687-7E2C03D536B3}"/>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sq-AL">
                <a:solidFill>
                  <a:srgbClr val="D4E8DD"/>
                </a:solidFill>
                <a:latin typeface="Arial"/>
                <a:ea typeface="Arial"/>
                <a:cs typeface="Arial"/>
              </a:rPr>
              <a:t>Hapësira jote e punës për rekomandime, kontakte, edukim dhe mbështetje.</a:t>
            </a:r>
          </a:p>
        </p:txBody>
      </p:sp>
      <p:sp>
        <p:nvSpPr>
          <p:cNvPr id="7" name="">
            <a:extLst>
              <a:ext uri="{FF2B5EF4-FFF2-40B4-BE49-F238E27FC236}">
                <ns2:creationId id="{E0555F00-9647-448C-9424-76B402954AD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D4E8DD"/>
                </a:solidFill>
                <a:latin typeface="Arial"/>
                <a:ea typeface="Arial"/>
                <a:cs typeface="Arial"/>
              </a:defRPr>
            </a:defPPr>
          </a:lstStyle>
          <a:p>
            <a:pPr>
              <a:defRPr sz="1650" b="0">
                <a:solidFill>
                  <a:srgbClr val="D4E8DD"/>
                </a:solidFill>
                <a:latin typeface="Arial"/>
                <a:ea typeface="Arial"/>
                <a:cs typeface="Arial"/>
              </a:defRPr>
            </a:pPr>
            <a:r>
              <a:rPr sz="1650" b="0" lang="sq-AL">
                <a:solidFill>
                  <a:srgbClr val="D4E8DD"/>
                </a:solidFill>
                <a:latin typeface="Arial"/>
                <a:ea typeface="Arial"/>
                <a:cs typeface="Arial"/>
              </a:rPr>
              <a:t>FCC është sistem i pavarur i ekipit tonë, jo aplikacion zyrtar i Forever.</a:t>
            </a:r>
          </a:p>
        </p:txBody>
      </p:sp>
    </p:spTree>
    <p:extLst>
      <p:ext uri="{BB962C8B-B14F-4D97-AF65-F5344CB8AC3E}">
        <ns3:creationId val="12607429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101BC16A-314B-4D63-87BE-75099EBE651E}"/>
              </a:ext>
            </a:extLst>
          </p:cNvPr>
          <p:cNvPicPr>
            <a:picLocks noChangeAspect="1"/>
          </p:cNvPicPr>
          <p:nvPr/>
        </p:nvPicPr>
        <p:blipFill>
          <a:blip r:embed="R96ec4f327d4d4f96"/>
          <a:stretch/>
        </p:blipFill>
        <p:spPr>
          <a:xfrm>
            <a:off x="9867900" y="276061"/>
            <a:ext cx="1695450" cy="438478"/>
          </a:xfrm>
          <a:prstGeom prst="rect">
            <a:avLst/>
          </a:prstGeom>
        </p:spPr>
      </p:pic>
      <p:sp>
        <p:nvSpPr>
          <p:cNvPr id="2" name="">
            <a:extLst>
              <a:ext uri="{FF2B5EF4-FFF2-40B4-BE49-F238E27FC236}">
                <ns2:creationId id="{96C0FEC2-0597-4F16-BB30-8FE640BEF54C}"/>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15</a:t>
            </a:r>
          </a:p>
        </p:txBody>
      </p:sp>
      <p:sp>
        <p:nvSpPr>
          <p:cNvPr id="3" name="Titulli">
            <a:extLst>
              <a:ext uri="{FF2B5EF4-FFF2-40B4-BE49-F238E27FC236}">
                <ns2:creationId id="{C4C47A17-4BAE-477D-A7D2-C5494BB1831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Karta jote digjitale</a:t>
            </a:r>
          </a:p>
        </p:txBody>
      </p:sp>
      <p:sp>
        <p:nvSpPr>
          <p:cNvPr id="4" name="">
            <a:extLst>
              <a:ext uri="{FF2B5EF4-FFF2-40B4-BE49-F238E27FC236}">
                <ns2:creationId id="{DE9E9B70-73E3-471A-B7FE-01385382147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1.</a:t>
            </a:r>
          </a:p>
        </p:txBody>
      </p:sp>
      <p:sp>
        <p:nvSpPr>
          <p:cNvPr id="5" name="">
            <a:extLst>
              <a:ext uri="{FF2B5EF4-FFF2-40B4-BE49-F238E27FC236}">
                <ns2:creationId id="{EA5D95E4-3717-4599-8D18-236CE754C73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Kontakti personal</a:t>
            </a:r>
          </a:p>
        </p:txBody>
      </p:sp>
      <p:sp>
        <p:nvSpPr>
          <p:cNvPr id="6" name="">
            <a:extLst>
              <a:ext uri="{FF2B5EF4-FFF2-40B4-BE49-F238E27FC236}">
                <ns2:creationId id="{3C52910B-BE23-448E-BCE0-7FCB4EBEA6D6}"/>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Emri, fotografia dhe mënyra që personi të të kontaktojë.</a:t>
            </a:r>
          </a:p>
        </p:txBody>
      </p:sp>
      <p:sp>
        <p:nvSpPr>
          <p:cNvPr id="7" name="">
            <a:extLst>
              <a:ext uri="{FF2B5EF4-FFF2-40B4-BE49-F238E27FC236}">
                <ns2:creationId id="{87157C25-E8A9-4655-80D1-71405D608FB7}"/>
              </a:ext>
            </a:extLst>
          </p:cNvPr>
          <p:cNvSpPr>
            <a:spLocks noGrp="1"/>
          </p:cNvSpPr>
          <p:nvPr/>
        </p:nvSpPr>
        <p:spPr>
          <a:xfrm>
            <a:off x="609600" y="30956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2.</a:t>
            </a:r>
          </a:p>
        </p:txBody>
      </p:sp>
      <p:sp>
        <p:nvSpPr>
          <p:cNvPr id="8" name="">
            <a:extLst>
              <a:ext uri="{FF2B5EF4-FFF2-40B4-BE49-F238E27FC236}">
                <ns2:creationId id="{09DDF819-9E51-4A20-8401-B97FBA911693}"/>
              </a:ext>
            </a:extLst>
          </p:cNvPr>
          <p:cNvSpPr>
            <a:spLocks noGrp="1"/>
          </p:cNvSpPr>
          <p:nvPr/>
        </p:nvSpPr>
        <p:spPr>
          <a:xfrm>
            <a:off x="1257300" y="30956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Përmbajtje të dobishme</a:t>
            </a:r>
          </a:p>
        </p:txBody>
      </p:sp>
      <p:sp>
        <p:nvSpPr>
          <p:cNvPr id="9" name="">
            <a:extLst>
              <a:ext uri="{FF2B5EF4-FFF2-40B4-BE49-F238E27FC236}">
                <ns2:creationId id="{BD50225C-D510-4BFD-809A-B44813DEDCE5}"/>
              </a:ext>
            </a:extLst>
          </p:cNvPr>
          <p:cNvSpPr>
            <a:spLocks noGrp="1"/>
          </p:cNvSpPr>
          <p:nvPr/>
        </p:nvSpPr>
        <p:spPr>
          <a:xfrm>
            <a:off x="1257300" y="3505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Produkte dhe informacione biznesi që dëshiron të ndash.</a:t>
            </a:r>
          </a:p>
        </p:txBody>
      </p:sp>
      <p:sp>
        <p:nvSpPr>
          <p:cNvPr id="10" name="">
            <a:extLst>
              <a:ext uri="{FF2B5EF4-FFF2-40B4-BE49-F238E27FC236}">
                <ns2:creationId id="{9E10415B-E2F5-4078-8A2C-FD1B2869469C}"/>
              </a:ext>
            </a:extLst>
          </p:cNvPr>
          <p:cNvSpPr>
            <a:spLocks noGrp="1"/>
          </p:cNvSpPr>
          <p:nvPr/>
        </p:nvSpPr>
        <p:spPr>
          <a:xfrm>
            <a:off x="609600" y="42291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3.</a:t>
            </a:r>
          </a:p>
        </p:txBody>
      </p:sp>
      <p:sp>
        <p:nvSpPr>
          <p:cNvPr id="11" name="">
            <a:extLst>
              <a:ext uri="{FF2B5EF4-FFF2-40B4-BE49-F238E27FC236}">
                <ns2:creationId id="{01B69A65-A2D9-4BED-93F5-6FE4434AFD3B}"/>
              </a:ext>
            </a:extLst>
          </p:cNvPr>
          <p:cNvSpPr>
            <a:spLocks noGrp="1"/>
          </p:cNvSpPr>
          <p:nvPr/>
        </p:nvSpPr>
        <p:spPr>
          <a:xfrm>
            <a:off x="1257300" y="42291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Dyqani Forever në internet</a:t>
            </a:r>
          </a:p>
        </p:txBody>
      </p:sp>
      <p:sp>
        <p:nvSpPr>
          <p:cNvPr id="12" name="">
            <a:extLst>
              <a:ext uri="{FF2B5EF4-FFF2-40B4-BE49-F238E27FC236}">
                <ns2:creationId id="{D2CB6E9D-15B6-4BE1-97AF-B7FD2905CACC}"/>
              </a:ext>
            </a:extLst>
          </p:cNvPr>
          <p:cNvSpPr>
            <a:spLocks noGrp="1"/>
          </p:cNvSpPr>
          <p:nvPr/>
        </p:nvSpPr>
        <p:spPr>
          <a:xfrm>
            <a:off x="1257300" y="46386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Rekomandim i lidhur me numrin tënd Forever ID.</a:t>
            </a:r>
          </a:p>
        </p:txBody>
      </p:sp>
      <p:sp>
        <p:nvSpPr>
          <p:cNvPr id="13" name="">
            <a:extLst>
              <a:ext uri="{FF2B5EF4-FFF2-40B4-BE49-F238E27FC236}">
                <ns2:creationId id="{A0B246FC-D94D-416D-BD28-5AF3DCBEB6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Kartën e redakton te Karta ime dhe e ndan me lidhjen tënde personale.</a:t>
            </a:r>
          </a:p>
        </p:txBody>
      </p:sp>
    </p:spTree>
    <p:extLst>
      <p:ext uri="{BB962C8B-B14F-4D97-AF65-F5344CB8AC3E}">
        <ns4:creationId val="476486187"/>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3AC82866-4F1A-473C-B145-078052CC4BB7}"/>
              </a:ext>
            </a:extLst>
          </p:cNvPr>
          <p:cNvPicPr>
            <a:picLocks noChangeAspect="1"/>
          </p:cNvPicPr>
          <p:nvPr/>
        </p:nvPicPr>
        <p:blipFill>
          <a:blip r:embed="Rc17e468844c54e84"/>
          <a:stretch/>
        </p:blipFill>
        <p:spPr>
          <a:xfrm>
            <a:off x="9867900" y="276061"/>
            <a:ext cx="1695450" cy="438478"/>
          </a:xfrm>
          <a:prstGeom prst="rect">
            <a:avLst/>
          </a:prstGeom>
        </p:spPr>
      </p:pic>
      <p:sp>
        <p:nvSpPr>
          <p:cNvPr id="2" name="">
            <a:extLst>
              <a:ext uri="{FF2B5EF4-FFF2-40B4-BE49-F238E27FC236}">
                <ns2:creationId id="{70619AB1-E169-480F-B897-BB94CF101CC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16</a:t>
            </a:r>
          </a:p>
        </p:txBody>
      </p:sp>
      <p:sp>
        <p:nvSpPr>
          <p:cNvPr id="3" name="Titulli">
            <a:extLst>
              <a:ext uri="{FF2B5EF4-FFF2-40B4-BE49-F238E27FC236}">
                <ns2:creationId id="{2F32543F-6D32-4352-8392-5F2ECBEDC6A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Rekomandimi i një produkti</a:t>
            </a:r>
          </a:p>
        </p:txBody>
      </p:sp>
      <p:sp>
        <p:nvSpPr>
          <p:cNvPr id="4" name="">
            <a:extLst>
              <a:ext uri="{FF2B5EF4-FFF2-40B4-BE49-F238E27FC236}">
                <ns2:creationId id="{0F8C843F-A45D-45FF-AF7C-9289C1804CAF}"/>
              </a:ext>
            </a:extLst>
          </p:cNvPr>
          <p:cNvSpPr>
            <a:spLocks noGrp="1"/>
          </p:cNvSpPr>
          <p:nvPr/>
        </p:nvSpPr>
        <p:spPr>
          <a:xfrm>
            <a:off x="609600" y="2152650"/>
            <a:ext cx="5810250" cy="2543175"/>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q-AL">
                <a:solidFill>
                  <a:srgbClr val="153F36"/>
                </a:solidFill>
                <a:latin typeface="Arial"/>
                <a:ea typeface="Arial"/>
                <a:cs typeface="Arial"/>
              </a:rPr>
              <a:t>Zgjidh produktin.</a:t>
            </a:r>
          </a:p>
          <a:p>
            <a:pPr>
              <a:defRPr sz="3150" b="1">
                <a:solidFill>
                  <a:srgbClr val="153F36"/>
                </a:solidFill>
                <a:latin typeface="Arial"/>
                <a:ea typeface="Arial"/>
                <a:cs typeface="Arial"/>
              </a:defRPr>
            </a:pPr>
            <a:r>
              <a:rPr sz="3150" b="1" lang="sq-AL">
                <a:solidFill>
                  <a:srgbClr val="153F36"/>
                </a:solidFill>
                <a:latin typeface="Arial"/>
                <a:ea typeface="Arial"/>
                <a:cs typeface="Arial"/>
              </a:rPr>
              <a:t>Përshtate mesazhin.</a:t>
            </a:r>
          </a:p>
          <a:p>
            <a:pPr>
              <a:defRPr sz="3150" b="1">
                <a:solidFill>
                  <a:srgbClr val="153F36"/>
                </a:solidFill>
                <a:latin typeface="Arial"/>
                <a:ea typeface="Arial"/>
                <a:cs typeface="Arial"/>
              </a:defRPr>
            </a:pPr>
            <a:r>
              <a:rPr sz="3150" b="1" lang="sq-AL">
                <a:solidFill>
                  <a:srgbClr val="153F36"/>
                </a:solidFill>
                <a:latin typeface="Arial"/>
                <a:ea typeface="Arial"/>
                <a:cs typeface="Arial"/>
              </a:rPr>
              <a:t>Ndaj rekomandimin</a:t>
            </a:r>
          </a:p>
          <a:p>
            <a:pPr>
              <a:defRPr sz="3150" b="1">
                <a:solidFill>
                  <a:srgbClr val="153F36"/>
                </a:solidFill>
                <a:latin typeface="Arial"/>
                <a:ea typeface="Arial"/>
                <a:cs typeface="Arial"/>
              </a:defRPr>
            </a:pPr>
            <a:r>
              <a:rPr sz="3150" b="1" lang="sq-AL">
                <a:solidFill>
                  <a:srgbClr val="153F36"/>
                </a:solidFill>
                <a:latin typeface="Arial"/>
                <a:ea typeface="Arial"/>
                <a:cs typeface="Arial"/>
              </a:rPr>
              <a:t>tënd.</a:t>
            </a:r>
          </a:p>
        </p:txBody>
      </p:sp>
      <p:sp>
        <p:nvSpPr>
          <p:cNvPr id="5" name="">
            <a:extLst>
              <a:ext uri="{FF2B5EF4-FFF2-40B4-BE49-F238E27FC236}">
                <ns2:creationId id="{9618F7B4-8815-4E7A-9AA5-F7752A962CA8}"/>
              </a:ext>
            </a:extLst>
          </p:cNvPr>
          <p:cNvSpPr>
            <a:spLocks noGrp="1"/>
          </p:cNvSpPr>
          <p:nvPr/>
        </p:nvSpPr>
        <p:spPr>
          <a:xfrm>
            <a:off x="609600" y="4962525"/>
            <a:ext cx="5505450" cy="110490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q-AL">
                <a:solidFill>
                  <a:srgbClr val="526B63"/>
                </a:solidFill>
                <a:latin typeface="Arial"/>
                <a:ea typeface="Arial"/>
                <a:cs typeface="Arial"/>
              </a:rPr>
              <a:t>Blerja përfundon në dyqanin zyrtar të tregut të zgjedhur.</a:t>
            </a:r>
          </a:p>
        </p:txBody>
      </p:sp>
      <p:pic>
        <p:nvPicPr>
          <p:cNvPr id="6" name="">
            <a:extLst>
              <a:ext uri="{FF2B5EF4-FFF2-40B4-BE49-F238E27FC236}">
                <ns2:creationId id="{39976A63-FB8D-4AF1-9CE1-E346A83FF05D}"/>
              </a:ext>
            </a:extLst>
          </p:cNvPr>
          <p:cNvPicPr>
            <a:picLocks noChangeAspect="1"/>
          </p:cNvPicPr>
          <p:nvPr/>
        </p:nvPicPr>
        <p:blipFill>
          <a:blip r:embed="R94ff2c7901084e46"/>
          <a:srcRect l="19844" t="9722" r="55156" b="28472"/>
          <a:stretch/>
        </p:blipFill>
        <p:spPr>
          <a:xfrm>
            <a:off x="7286625" y="1695450"/>
            <a:ext cx="3714750" cy="5124450"/>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q-AL" dirty="0">
                <a:solidFill>
                  <a:srgbClr val="526B63"/>
                </a:solidFill>
                <a:latin typeface="Arial"/>
              </a:rPr>
              <a:t>Shembull i ndërfaqes kroate të FCC.</a:t>
            </a:r>
          </a:p>
        </p:txBody>
      </p:sp>
    </p:spTree>
    <p:extLst>
      <p:ext uri="{BB962C8B-B14F-4D97-AF65-F5344CB8AC3E}">
        <ns4:creationId val="881719525"/>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F86D17C0-D7F3-45EA-967D-967E55EE8F83}"/>
              </a:ext>
            </a:extLst>
          </p:cNvPr>
          <p:cNvPicPr>
            <a:picLocks noChangeAspect="1"/>
          </p:cNvPicPr>
          <p:nvPr/>
        </p:nvPicPr>
        <p:blipFill>
          <a:blip r:embed="R595a642bf0454749"/>
          <a:stretch/>
        </p:blipFill>
        <p:spPr>
          <a:xfrm>
            <a:off x="9867900" y="276061"/>
            <a:ext cx="1695450" cy="438478"/>
          </a:xfrm>
          <a:prstGeom prst="rect">
            <a:avLst/>
          </a:prstGeom>
        </p:spPr>
      </p:pic>
      <p:sp>
        <p:nvSpPr>
          <p:cNvPr id="2" name="">
            <a:extLst>
              <a:ext uri="{FF2B5EF4-FFF2-40B4-BE49-F238E27FC236}">
                <ns2:creationId id="{4CEB6670-C2AA-4467-91EC-97E39F1D73F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17</a:t>
            </a:r>
          </a:p>
        </p:txBody>
      </p:sp>
      <p:sp>
        <p:nvSpPr>
          <p:cNvPr id="3" name="Titulli">
            <a:extLst>
              <a:ext uri="{FF2B5EF4-FFF2-40B4-BE49-F238E27FC236}">
                <ns2:creationId id="{40317049-7FB1-4A36-BA93-DFB89F66E1F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Bashkëpunimi dhe paketa fillestare</a:t>
            </a:r>
          </a:p>
        </p:txBody>
      </p:sp>
      <p:sp>
        <p:nvSpPr>
          <p:cNvPr id="4" name="">
            <a:extLst>
              <a:ext uri="{FF2B5EF4-FFF2-40B4-BE49-F238E27FC236}">
                <ns2:creationId id="{423E083F-38C2-4E49-88D7-BD3CEBE4AA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1.</a:t>
            </a:r>
          </a:p>
        </p:txBody>
      </p:sp>
      <p:sp>
        <p:nvSpPr>
          <p:cNvPr id="5" name="">
            <a:extLst>
              <a:ext uri="{FF2B5EF4-FFF2-40B4-BE49-F238E27FC236}">
                <ns2:creationId id="{B7C7534D-288A-42A5-83E7-F29F3789907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Përmbajtje biznesi</a:t>
            </a:r>
          </a:p>
        </p:txBody>
      </p:sp>
      <p:sp>
        <p:nvSpPr>
          <p:cNvPr id="6" name="">
            <a:extLst>
              <a:ext uri="{FF2B5EF4-FFF2-40B4-BE49-F238E27FC236}">
                <ns2:creationId id="{AD6CE61F-E3C0-4E6E-8FEE-073F384D663E}"/>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I paraqet personit mundësitë para vendimit.</a:t>
            </a:r>
          </a:p>
        </p:txBody>
      </p:sp>
      <p:sp>
        <p:nvSpPr>
          <p:cNvPr id="7" name="">
            <a:extLst>
              <a:ext uri="{FF2B5EF4-FFF2-40B4-BE49-F238E27FC236}">
                <ns2:creationId id="{7123A8D0-039A-4339-9BAB-CFD9A4CDFA90}"/>
              </a:ext>
            </a:extLst>
          </p:cNvPr>
          <p:cNvSpPr>
            <a:spLocks noGrp="1"/>
          </p:cNvSpPr>
          <p:nvPr/>
        </p:nvSpPr>
        <p:spPr>
          <a:xfrm>
            <a:off x="609600" y="311467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2.</a:t>
            </a:r>
          </a:p>
        </p:txBody>
      </p:sp>
      <p:sp>
        <p:nvSpPr>
          <p:cNvPr id="8" name="">
            <a:extLst>
              <a:ext uri="{FF2B5EF4-FFF2-40B4-BE49-F238E27FC236}">
                <ns2:creationId id="{0846DCA2-8253-49B5-A450-922F0FC34097}"/>
              </a:ext>
            </a:extLst>
          </p:cNvPr>
          <p:cNvSpPr>
            <a:spLocks noGrp="1"/>
          </p:cNvSpPr>
          <p:nvPr/>
        </p:nvSpPr>
        <p:spPr>
          <a:xfrm>
            <a:off x="1257300" y="311467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Paketa fillestare</a:t>
            </a:r>
          </a:p>
        </p:txBody>
      </p:sp>
      <p:sp>
        <p:nvSpPr>
          <p:cNvPr id="9" name="">
            <a:extLst>
              <a:ext uri="{FF2B5EF4-FFF2-40B4-BE49-F238E27FC236}">
                <ns2:creationId id="{23B5AF94-FCC0-4FD5-97DB-CA7ECAF7E006}"/>
              </a:ext>
            </a:extLst>
          </p:cNvPr>
          <p:cNvSpPr>
            <a:spLocks noGrp="1"/>
          </p:cNvSpPr>
          <p:nvPr/>
        </p:nvSpPr>
        <p:spPr>
          <a:xfrm>
            <a:off x="1257300" y="35242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Lidhje drejt procesit zyrtar lokal.</a:t>
            </a:r>
          </a:p>
        </p:txBody>
      </p:sp>
      <p:sp>
        <p:nvSpPr>
          <p:cNvPr id="10" name="">
            <a:extLst>
              <a:ext uri="{FF2B5EF4-FFF2-40B4-BE49-F238E27FC236}">
                <ns2:creationId id="{44091B20-92BD-4F96-81CB-4C2569DDA57E}"/>
              </a:ext>
            </a:extLst>
          </p:cNvPr>
          <p:cNvSpPr>
            <a:spLocks noGrp="1"/>
          </p:cNvSpPr>
          <p:nvPr/>
        </p:nvSpPr>
        <p:spPr>
          <a:xfrm>
            <a:off x="609600" y="4267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3.</a:t>
            </a:r>
          </a:p>
        </p:txBody>
      </p:sp>
      <p:sp>
        <p:nvSpPr>
          <p:cNvPr id="11" name="">
            <a:extLst>
              <a:ext uri="{FF2B5EF4-FFF2-40B4-BE49-F238E27FC236}">
                <ns2:creationId id="{FB3A53A3-847D-42D5-BE6A-327E911D5457}"/>
              </a:ext>
            </a:extLst>
          </p:cNvPr>
          <p:cNvSpPr>
            <a:spLocks noGrp="1"/>
          </p:cNvSpPr>
          <p:nvPr/>
        </p:nvSpPr>
        <p:spPr>
          <a:xfrm>
            <a:off x="1257300" y="4267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Rekomandimi yt</a:t>
            </a:r>
          </a:p>
        </p:txBody>
      </p:sp>
      <p:sp>
        <p:nvSpPr>
          <p:cNvPr id="12" name="">
            <a:extLst>
              <a:ext uri="{FF2B5EF4-FFF2-40B4-BE49-F238E27FC236}">
                <ns2:creationId id="{CD6900A3-9105-4B4A-8204-3F1851783DA4}"/>
              </a:ext>
            </a:extLst>
          </p:cNvPr>
          <p:cNvSpPr>
            <a:spLocks noGrp="1"/>
          </p:cNvSpPr>
          <p:nvPr/>
        </p:nvSpPr>
        <p:spPr>
          <a:xfrm>
            <a:off x="1257300" y="4676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I lidhur me Forever ID sipas rregullave të tregut.</a:t>
            </a:r>
          </a:p>
        </p:txBody>
      </p:sp>
      <p:sp>
        <p:nvSpPr>
          <p:cNvPr id="13" name="">
            <a:extLst>
              <a:ext uri="{FF2B5EF4-FFF2-40B4-BE49-F238E27FC236}">
                <ns2:creationId id="{86D648FA-AB6C-449A-89C6-E053C9F302E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Para vendimit, verifikoni së bashku përmbajtjen e paketës, çmimin dhe kushtet e biznesit.</a:t>
            </a:r>
          </a:p>
        </p:txBody>
      </p:sp>
    </p:spTree>
    <p:extLst>
      <p:ext uri="{BB962C8B-B14F-4D97-AF65-F5344CB8AC3E}">
        <ns4:creationId val="198579990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36D3208E-D467-45B6-B84F-993282DA2C05}"/>
              </a:ext>
            </a:extLst>
          </p:cNvPr>
          <p:cNvPicPr>
            <a:picLocks noChangeAspect="1"/>
          </p:cNvPicPr>
          <p:nvPr/>
        </p:nvPicPr>
        <p:blipFill>
          <a:blip r:embed="Rcc997d641f674b2e"/>
          <a:stretch/>
        </p:blipFill>
        <p:spPr>
          <a:xfrm>
            <a:off x="9867900" y="276061"/>
            <a:ext cx="1695450" cy="438478"/>
          </a:xfrm>
          <a:prstGeom prst="rect">
            <a:avLst/>
          </a:prstGeom>
        </p:spPr>
      </p:pic>
      <p:sp>
        <p:nvSpPr>
          <p:cNvPr id="2" name="">
            <a:extLst>
              <a:ext uri="{FF2B5EF4-FFF2-40B4-BE49-F238E27FC236}">
                <ns2:creationId id="{350745C5-7885-44C5-A038-D3DF1BE308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18</a:t>
            </a:r>
          </a:p>
        </p:txBody>
      </p:sp>
      <p:sp>
        <p:nvSpPr>
          <p:cNvPr id="3" name="Titulli">
            <a:extLst>
              <a:ext uri="{FF2B5EF4-FFF2-40B4-BE49-F238E27FC236}">
                <ns2:creationId id="{716B21D9-4588-41FE-B7DE-88EE1983E4B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Kontaktet dhe bisedat e dakorduara</a:t>
            </a:r>
          </a:p>
        </p:txBody>
      </p:sp>
      <p:sp>
        <p:nvSpPr>
          <p:cNvPr id="4" name="">
            <a:extLst>
              <a:ext uri="{FF2B5EF4-FFF2-40B4-BE49-F238E27FC236}">
                <ns2:creationId id="{35A73B73-CF45-46EB-A7C8-ADD62F54412B}"/>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q-AL">
                <a:solidFill>
                  <a:srgbClr val="148977"/>
                </a:solidFill>
                <a:latin typeface="Arial"/>
                <a:ea typeface="Arial"/>
                <a:cs typeface="Arial"/>
              </a:rPr>
              <a:t>1.</a:t>
            </a:r>
          </a:p>
        </p:txBody>
      </p:sp>
      <p:sp>
        <p:nvSpPr>
          <p:cNvPr id="5" name="">
            <a:extLst>
              <a:ext uri="{FF2B5EF4-FFF2-40B4-BE49-F238E27FC236}">
                <ns2:creationId id="{2EA067BA-7EDF-4565-9395-E5B2E840046D}"/>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q-AL">
                <a:solidFill>
                  <a:srgbClr val="153F36"/>
                </a:solidFill>
                <a:latin typeface="Arial"/>
                <a:ea typeface="Arial"/>
                <a:cs typeface="Arial"/>
              </a:rPr>
              <a:t>Shëno arsyen e interesit</a:t>
            </a:r>
          </a:p>
        </p:txBody>
      </p:sp>
      <p:sp>
        <p:nvSpPr>
          <p:cNvPr id="6" name="">
            <a:extLst>
              <a:ext uri="{FF2B5EF4-FFF2-40B4-BE49-F238E27FC236}">
                <ns2:creationId id="{174972BC-F64E-4F59-881A-3ADD61DB6C4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Produkti, mundësia e biznesit ose webinari i zgjedhur.</a:t>
            </a:r>
          </a:p>
        </p:txBody>
      </p:sp>
      <p:sp>
        <p:nvSpPr>
          <p:cNvPr id="7" name="">
            <a:extLst>
              <a:ext uri="{FF2B5EF4-FFF2-40B4-BE49-F238E27FC236}">
                <ns2:creationId id="{A980A2D7-D029-4CA9-98EA-E1E24BDC96E8}"/>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q-AL">
                <a:solidFill>
                  <a:srgbClr val="148977"/>
                </a:solidFill>
                <a:latin typeface="Arial"/>
                <a:ea typeface="Arial"/>
                <a:cs typeface="Arial"/>
              </a:rPr>
              <a:t>2.</a:t>
            </a:r>
          </a:p>
        </p:txBody>
      </p:sp>
      <p:sp>
        <p:nvSpPr>
          <p:cNvPr id="8" name="">
            <a:extLst>
              <a:ext uri="{FF2B5EF4-FFF2-40B4-BE49-F238E27FC236}">
                <ns2:creationId id="{21F348C9-ADAE-4A31-9086-7382091A7469}"/>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q-AL">
                <a:solidFill>
                  <a:srgbClr val="153F36"/>
                </a:solidFill>
                <a:latin typeface="Arial"/>
                <a:ea typeface="Arial"/>
                <a:cs typeface="Arial"/>
              </a:rPr>
              <a:t>Ruaj marrëveshjen</a:t>
            </a:r>
          </a:p>
        </p:txBody>
      </p:sp>
      <p:sp>
        <p:nvSpPr>
          <p:cNvPr id="9" name="">
            <a:extLst>
              <a:ext uri="{FF2B5EF4-FFF2-40B4-BE49-F238E27FC236}">
                <ns2:creationId id="{1939F4C9-7AC8-4E57-95EE-A8ED90B8F700}"/>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Çfarë keni diskutuar dhe kur do të komunikoni përsëri.</a:t>
            </a:r>
          </a:p>
        </p:txBody>
      </p:sp>
      <p:sp>
        <p:nvSpPr>
          <p:cNvPr id="10" name="">
            <a:extLst>
              <a:ext uri="{FF2B5EF4-FFF2-40B4-BE49-F238E27FC236}">
                <ns2:creationId id="{1FB78878-179B-4961-98D8-1E538F979850}"/>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q-AL">
                <a:solidFill>
                  <a:srgbClr val="148977"/>
                </a:solidFill>
                <a:latin typeface="Arial"/>
                <a:ea typeface="Arial"/>
                <a:cs typeface="Arial"/>
              </a:rPr>
              <a:t>3.</a:t>
            </a:r>
          </a:p>
        </p:txBody>
      </p:sp>
      <p:sp>
        <p:nvSpPr>
          <p:cNvPr id="11" name="">
            <a:extLst>
              <a:ext uri="{FF2B5EF4-FFF2-40B4-BE49-F238E27FC236}">
                <ns2:creationId id="{069C8E17-B1D6-4228-B6CE-91556722565C}"/>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q-AL">
                <a:solidFill>
                  <a:srgbClr val="153F36"/>
                </a:solidFill>
                <a:latin typeface="Arial"/>
                <a:ea typeface="Arial"/>
                <a:cs typeface="Arial"/>
              </a:rPr>
              <a:t>Konfirmo veprimin real</a:t>
            </a:r>
          </a:p>
        </p:txBody>
      </p:sp>
      <p:sp>
        <p:nvSpPr>
          <p:cNvPr id="12" name="">
            <a:extLst>
              <a:ext uri="{FF2B5EF4-FFF2-40B4-BE49-F238E27FC236}">
                <ns2:creationId id="{1A8CF46B-3238-4DDE-9E94-1ABCB125750F}"/>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Drafti dhe mesazhi i dërguar realisht kanë statuse të ndryshme.</a:t>
            </a:r>
          </a:p>
        </p:txBody>
      </p:sp>
      <p:sp>
        <p:nvSpPr>
          <p:cNvPr id="13" name="">
            <a:extLst>
              <a:ext uri="{FF2B5EF4-FFF2-40B4-BE49-F238E27FC236}">
                <ns2:creationId id="{2F5FF45C-FE0C-45D2-9A2F-99DE8DEC9997}"/>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Shembull: Ana kërkon hollësi për produktin. Keni dakorduar një bisedë të enjten.</a:t>
            </a:r>
          </a:p>
        </p:txBody>
      </p:sp>
    </p:spTree>
    <p:extLst>
      <p:ext uri="{BB962C8B-B14F-4D97-AF65-F5344CB8AC3E}">
        <ns4:creationId val="44999339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5ADCFCC7-A789-4960-978D-09BFFD23F46C}"/>
              </a:ext>
            </a:extLst>
          </p:cNvPr>
          <p:cNvPicPr>
            <a:picLocks noChangeAspect="1"/>
          </p:cNvPicPr>
          <p:nvPr/>
        </p:nvPicPr>
        <p:blipFill>
          <a:blip r:embed="R64b74fa4d54445c9"/>
          <a:stretch/>
        </p:blipFill>
        <p:spPr>
          <a:xfrm>
            <a:off x="9867900" y="276061"/>
            <a:ext cx="1695450" cy="438478"/>
          </a:xfrm>
          <a:prstGeom prst="rect">
            <a:avLst/>
          </a:prstGeom>
        </p:spPr>
      </p:pic>
      <p:sp>
        <p:nvSpPr>
          <p:cNvPr id="2" name="">
            <a:extLst>
              <a:ext uri="{FF2B5EF4-FFF2-40B4-BE49-F238E27FC236}">
                <ns2:creationId id="{FAC00C27-9DC4-4087-B955-2DAE7D6A8F6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19</a:t>
            </a:r>
          </a:p>
        </p:txBody>
      </p:sp>
      <p:sp>
        <p:nvSpPr>
          <p:cNvPr id="3" name="Titulli">
            <a:extLst>
              <a:ext uri="{FF2B5EF4-FFF2-40B4-BE49-F238E27FC236}">
                <ns2:creationId id="{DF82E299-944A-4628-8F4C-EE73BB76D6E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AI Coach për hapin tënd konkret</a:t>
            </a:r>
          </a:p>
        </p:txBody>
      </p:sp>
      <p:sp>
        <p:nvSpPr>
          <p:cNvPr id="4" name="">
            <a:extLst>
              <a:ext uri="{FF2B5EF4-FFF2-40B4-BE49-F238E27FC236}">
                <ns2:creationId id="{4618C986-4CF7-4F17-A8A6-90697A6FBD9C}"/>
              </a:ext>
            </a:extLst>
          </p:cNvPr>
          <p:cNvSpPr>
            <a:spLocks noGrp="1"/>
          </p:cNvSpPr>
          <p:nvPr/>
        </p:nvSpPr>
        <p:spPr>
          <a:xfrm>
            <a:off x="609600" y="2171700"/>
            <a:ext cx="10620375" cy="190500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q-AL">
                <a:solidFill>
                  <a:srgbClr val="153F36"/>
                </a:solidFill>
                <a:latin typeface="Arial"/>
                <a:ea typeface="Arial"/>
                <a:cs typeface="Arial"/>
              </a:rPr>
              <a:t>“Ana dëshiron të mësojë më shumë për produktin.</a:t>
            </a:r>
          </a:p>
          <a:p>
            <a:pPr>
              <a:defRPr sz="3150" b="1">
                <a:solidFill>
                  <a:srgbClr val="153F36"/>
                </a:solidFill>
                <a:latin typeface="Arial"/>
                <a:ea typeface="Arial"/>
                <a:cs typeface="Arial"/>
              </a:defRPr>
            </a:pPr>
            <a:r>
              <a:rPr sz="3150" b="1" lang="sq-AL">
                <a:solidFill>
                  <a:srgbClr val="153F36"/>
                </a:solidFill>
                <a:latin typeface="Arial"/>
                <a:ea typeface="Arial"/>
                <a:cs typeface="Arial"/>
              </a:rPr>
              <a:t>Më ndihmo të shkruaj një mesazh të shkurtër</a:t>
            </a:r>
          </a:p>
          <a:p>
            <a:pPr>
              <a:defRPr sz="3150" b="1">
                <a:solidFill>
                  <a:srgbClr val="153F36"/>
                </a:solidFill>
                <a:latin typeface="Arial"/>
                <a:ea typeface="Arial"/>
                <a:cs typeface="Arial"/>
              </a:defRPr>
            </a:pPr>
            <a:r>
              <a:rPr sz="3150" b="1" lang="sq-AL">
                <a:solidFill>
                  <a:srgbClr val="153F36"/>
                </a:solidFill>
                <a:latin typeface="Arial"/>
                <a:ea typeface="Arial"/>
                <a:cs typeface="Arial"/>
              </a:rPr>
              <a:t>dhe të propozoj bisedën e radhës.”</a:t>
            </a:r>
          </a:p>
        </p:txBody>
      </p:sp>
      <p:sp>
        <p:nvSpPr>
          <p:cNvPr id="5" name="">
            <a:extLst>
              <a:ext uri="{FF2B5EF4-FFF2-40B4-BE49-F238E27FC236}">
                <ns2:creationId id="{7A79F3E1-BCA2-4DD5-8614-AB0D88B13E50}"/>
              </a:ext>
            </a:extLst>
          </p:cNvPr>
          <p:cNvSpPr>
            <a:spLocks noGrp="1"/>
          </p:cNvSpPr>
          <p:nvPr/>
        </p:nvSpPr>
        <p:spPr>
          <a:xfrm>
            <a:off x="609600" y="4429125"/>
            <a:ext cx="9810750" cy="952500"/>
          </a:xfrm>
          <a:prstGeom prst="rect">
            <a:avLst/>
          </a:prstGeom>
          <a:noFill/>
          <a:ln w="0">
            <a:noFill/>
          </a:ln>
        </p:spPr>
        <p:txBody>
          <a:bodyPr wrap="square" lIns="0" tIns="0" rIns="0" bIns="0" anchor="t">
            <a:noAutofit/>
          </a:bodyPr>
          <a:lstStyle>
            <a:defPPr>
              <a:defRPr sz="2400" b="0">
                <a:solidFill>
                  <a:srgbClr val="526B63"/>
                </a:solidFill>
                <a:latin typeface="Arial"/>
                <a:ea typeface="Arial"/>
                <a:cs typeface="Arial"/>
              </a:defRPr>
            </a:defPPr>
          </a:lstStyle>
          <a:p>
            <a:pPr>
              <a:defRPr sz="2400" b="0">
                <a:solidFill>
                  <a:srgbClr val="526B63"/>
                </a:solidFill>
                <a:latin typeface="Arial"/>
                <a:ea typeface="Arial"/>
                <a:cs typeface="Arial"/>
              </a:defRPr>
            </a:pPr>
            <a:r>
              <a:rPr sz="2400" b="0" lang="sq-AL">
                <a:solidFill>
                  <a:srgbClr val="526B63"/>
                </a:solidFill>
                <a:latin typeface="Arial"/>
                <a:ea typeface="Arial"/>
                <a:cs typeface="Arial"/>
              </a:rPr>
              <a:t>Tekstin e marrë e shqyrton dhe e përshtat me mënyrën tënde të të shprehurit.</a:t>
            </a:r>
          </a:p>
        </p:txBody>
      </p:sp>
      <p:sp>
        <p:nvSpPr>
          <p:cNvPr id="6" name="">
            <a:extLst>
              <a:ext uri="{FF2B5EF4-FFF2-40B4-BE49-F238E27FC236}">
                <ns2:creationId id="{22416B2D-1F11-433C-BBC2-0F785465E81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Mundësi PRO. Ti vendos çfarë do të dërgosh dhe konfirmon dërgimin real.</a:t>
            </a:r>
          </a:p>
        </p:txBody>
      </p:sp>
    </p:spTree>
    <p:extLst>
      <p:ext uri="{BB962C8B-B14F-4D97-AF65-F5344CB8AC3E}">
        <ns4:creationId val="134648613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FF8A0D6A-54B6-4B2D-9DB0-C5BDDF808E3D}"/>
              </a:ext>
            </a:extLst>
          </p:cNvPr>
          <p:cNvPicPr>
            <a:picLocks noChangeAspect="1"/>
          </p:cNvPicPr>
          <p:nvPr/>
        </p:nvPicPr>
        <p:blipFill>
          <a:blip r:embed="R5343d6ff4c174578"/>
          <a:stretch/>
        </p:blipFill>
        <p:spPr>
          <a:xfrm>
            <a:off x="9867900" y="276061"/>
            <a:ext cx="1695450" cy="438478"/>
          </a:xfrm>
          <a:prstGeom prst="rect">
            <a:avLst/>
          </a:prstGeom>
        </p:spPr>
      </p:pic>
      <p:sp>
        <p:nvSpPr>
          <p:cNvPr id="2" name="">
            <a:extLst>
              <a:ext uri="{FF2B5EF4-FFF2-40B4-BE49-F238E27FC236}">
                <ns2:creationId id="{E6769AB0-AB42-4284-BB52-4656C71D4B1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20</a:t>
            </a:r>
          </a:p>
        </p:txBody>
      </p:sp>
      <p:sp>
        <p:nvSpPr>
          <p:cNvPr id="3" name="Titulli">
            <a:extLst>
              <a:ext uri="{FF2B5EF4-FFF2-40B4-BE49-F238E27FC236}">
                <ns2:creationId id="{90491E5F-0446-4BAA-B6BE-4190663616A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Rruga ime: punë e përditshme e udhëzuar</a:t>
            </a:r>
          </a:p>
        </p:txBody>
      </p:sp>
      <p:sp>
        <p:nvSpPr>
          <p:cNvPr id="4" name="">
            <a:extLst>
              <a:ext uri="{FF2B5EF4-FFF2-40B4-BE49-F238E27FC236}">
                <ns2:creationId id="{92687A41-C742-4378-AD11-49975B1C34BB}"/>
              </a:ext>
            </a:extLst>
          </p:cNvPr>
          <p:cNvSpPr>
            <a:spLocks noGrp="1"/>
          </p:cNvSpPr>
          <p:nvPr/>
        </p:nvSpPr>
        <p:spPr>
          <a:xfrm>
            <a:off x="609600" y="2076450"/>
            <a:ext cx="3333750" cy="1428750"/>
          </a:xfrm>
          <a:prstGeom prst="rect">
            <a:avLst/>
          </a:prstGeom>
          <a:noFill/>
          <a:ln w="0">
            <a:noFill/>
          </a:ln>
        </p:spPr>
        <p:txBody>
          <a:bodyPr wrap="square" lIns="0" tIns="0" rIns="0" bIns="0" anchor="t">
            <a:noAutofit/>
          </a:bodyPr>
          <a:lstStyle>
            <a:defPPr>
              <a:defRPr sz="8400" b="1">
                <a:solidFill>
                  <a:srgbClr val="153F36"/>
                </a:solidFill>
                <a:latin typeface="Arial"/>
                <a:ea typeface="Arial"/>
                <a:cs typeface="Arial"/>
              </a:defRPr>
            </a:defPPr>
          </a:lstStyle>
          <a:p>
            <a:pPr>
              <a:defRPr sz="8400" b="1">
                <a:solidFill>
                  <a:srgbClr val="153F36"/>
                </a:solidFill>
                <a:latin typeface="Arial"/>
                <a:ea typeface="Arial"/>
                <a:cs typeface="Arial"/>
              </a:defRPr>
            </a:pPr>
            <a:r>
              <a:rPr sz="8400" b="1" lang="sq-AL">
                <a:solidFill>
                  <a:srgbClr val="153F36"/>
                </a:solidFill>
                <a:latin typeface="Arial"/>
                <a:ea typeface="Arial"/>
                <a:cs typeface="Arial"/>
              </a:rPr>
              <a:t>90</a:t>
            </a:r>
          </a:p>
        </p:txBody>
      </p:sp>
      <p:sp>
        <p:nvSpPr>
          <p:cNvPr id="5" name="">
            <a:extLst>
              <a:ext uri="{FF2B5EF4-FFF2-40B4-BE49-F238E27FC236}">
                <ns2:creationId id="{ADADDF67-C3F1-4410-80F0-92B1ADC7D175}"/>
              </a:ext>
            </a:extLst>
          </p:cNvPr>
          <p:cNvSpPr>
            <a:spLocks noGrp="1"/>
          </p:cNvSpPr>
          <p:nvPr/>
        </p:nvSpPr>
        <p:spPr>
          <a:xfrm>
            <a:off x="4038600" y="2343150"/>
            <a:ext cx="7010400" cy="1066800"/>
          </a:xfrm>
          <a:prstGeom prst="rect">
            <a:avLst/>
          </a:prstGeom>
          <a:noFill/>
          <a:ln w="0">
            <a:noFill/>
          </a:ln>
        </p:spPr>
        <p:txBody>
          <a:bodyPr wrap="square" lIns="0" tIns="0" rIns="0" bIns="0" anchor="t">
            <a:noAutofit/>
          </a:bodyPr>
          <a:lstStyle>
            <a:defPPr>
              <a:defRPr sz="3225" b="1">
                <a:solidFill>
                  <a:srgbClr val="153F36"/>
                </a:solidFill>
                <a:latin typeface="Arial"/>
                <a:ea typeface="Arial"/>
                <a:cs typeface="Arial"/>
              </a:defRPr>
            </a:defPPr>
          </a:lstStyle>
          <a:p>
            <a:pPr>
              <a:defRPr sz="3225" b="1">
                <a:solidFill>
                  <a:srgbClr val="153F36"/>
                </a:solidFill>
                <a:latin typeface="Arial"/>
                <a:ea typeface="Arial"/>
                <a:cs typeface="Arial"/>
              </a:defRPr>
            </a:pPr>
            <a:r>
              <a:rPr sz="3225" b="1" lang="sq-AL">
                <a:solidFill>
                  <a:srgbClr val="153F36"/>
                </a:solidFill>
                <a:latin typeface="Arial"/>
                <a:ea typeface="Arial"/>
                <a:cs typeface="Arial"/>
              </a:rPr>
              <a:t>Hapa për të mësuar përmes veprimeve reale</a:t>
            </a:r>
          </a:p>
        </p:txBody>
      </p:sp>
      <p:sp>
        <p:nvSpPr>
          <p:cNvPr id="6" name="">
            <a:extLst>
              <a:ext uri="{FF2B5EF4-FFF2-40B4-BE49-F238E27FC236}">
                <ns2:creationId id="{7C5AB490-C659-4C9B-B69E-DD904A82A66E}"/>
              </a:ext>
            </a:extLst>
          </p:cNvPr>
          <p:cNvSpPr>
            <a:spLocks noGrp="1"/>
          </p:cNvSpPr>
          <p:nvPr/>
        </p:nvSpPr>
        <p:spPr>
          <a:xfrm>
            <a:off x="609600" y="4105275"/>
            <a:ext cx="10382250" cy="85725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sq-AL">
                <a:solidFill>
                  <a:srgbClr val="526B63"/>
                </a:solidFill>
                <a:latin typeface="Arial"/>
                <a:ea typeface="Arial"/>
                <a:cs typeface="Arial"/>
              </a:rPr>
              <a:t>Detyra e sotme ka veprim konkret, ndihmë dhe kriter përfundimi.</a:t>
            </a:r>
          </a:p>
        </p:txBody>
      </p:sp>
      <p:sp>
        <p:nvSpPr>
          <p:cNvPr id="7" name="">
            <a:extLst>
              <a:ext uri="{FF2B5EF4-FFF2-40B4-BE49-F238E27FC236}">
                <ns2:creationId id="{0E5742C4-2A4A-4AB4-9CFF-680A82FB889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4 Core: Rekrutimi, Mbajtja, Produktiviteti dhe Zhvillimi. Qasja sipas kushteve të programit.</a:t>
            </a:r>
          </a:p>
        </p:txBody>
      </p:sp>
    </p:spTree>
    <p:extLst>
      <p:ext uri="{BB962C8B-B14F-4D97-AF65-F5344CB8AC3E}">
        <ns4:creationId val="779428553"/>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755CBF8A-CF99-4296-B52A-929A5B188D96}"/>
              </a:ext>
            </a:extLst>
          </p:cNvPr>
          <p:cNvPicPr>
            <a:picLocks noChangeAspect="1"/>
          </p:cNvPicPr>
          <p:nvPr/>
        </p:nvPicPr>
        <p:blipFill>
          <a:blip r:embed="Rd2520270cdcb44be"/>
          <a:stretch/>
        </p:blipFill>
        <p:spPr>
          <a:xfrm>
            <a:off x="9867900" y="276061"/>
            <a:ext cx="1695450" cy="438478"/>
          </a:xfrm>
          <a:prstGeom prst="rect">
            <a:avLst/>
          </a:prstGeom>
        </p:spPr>
      </p:pic>
      <p:sp>
        <p:nvSpPr>
          <p:cNvPr id="2" name="">
            <a:extLst>
              <a:ext uri="{FF2B5EF4-FFF2-40B4-BE49-F238E27FC236}">
                <ns2:creationId id="{D632DCC3-6502-4FE5-A452-5728A3FF9CB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21</a:t>
            </a:r>
          </a:p>
        </p:txBody>
      </p:sp>
      <p:sp>
        <p:nvSpPr>
          <p:cNvPr id="3" name="Titulli">
            <a:extLst>
              <a:ext uri="{FF2B5EF4-FFF2-40B4-BE49-F238E27FC236}">
                <ns2:creationId id="{9CA21175-6AB5-4D8F-B8A5-DF0C57ACDEB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Edukimi i lidhur me zbatimin</a:t>
            </a:r>
          </a:p>
        </p:txBody>
      </p:sp>
      <p:sp>
        <p:nvSpPr>
          <p:cNvPr id="4" name="">
            <a:extLst>
              <a:ext uri="{FF2B5EF4-FFF2-40B4-BE49-F238E27FC236}">
                <ns2:creationId id="{5601D9A2-9AD3-4AD3-8BED-F082627DE474}"/>
              </a:ext>
            </a:extLst>
          </p:cNvPr>
          <p:cNvSpPr>
            <a:spLocks noGrp="1"/>
          </p:cNvSpPr>
          <p:nvPr/>
        </p:nvSpPr>
        <p:spPr>
          <a:xfrm>
            <a:off x="609600" y="1819275"/>
            <a:ext cx="10477500" cy="5905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q-AL">
                <a:solidFill>
                  <a:srgbClr val="153F36"/>
                </a:solidFill>
                <a:latin typeface="Arial"/>
                <a:ea typeface="Arial"/>
                <a:cs typeface="Arial"/>
              </a:rPr>
              <a:t>Ktheje menjëherë temën në një bisedë të dobishme.</a:t>
            </a:r>
          </a:p>
        </p:txBody>
      </p:sp>
      <p:pic>
        <p:nvPicPr>
          <p:cNvPr id="5" name="">
            <a:extLst>
              <a:ext uri="{FF2B5EF4-FFF2-40B4-BE49-F238E27FC236}">
                <ns2:creationId id="{A42EF5A1-048A-40A7-8EB7-D73F3B145432}"/>
              </a:ext>
            </a:extLst>
          </p:cNvPr>
          <p:cNvPicPr>
            <a:picLocks noChangeAspect="1"/>
          </p:cNvPicPr>
          <p:nvPr/>
        </p:nvPicPr>
        <p:blipFill>
          <a:blip r:embed="Rc24afb3e1b784e7e"/>
          <a:srcRect l="21797" t="23750" r="4141" b="31389"/>
          <a:stretch/>
        </p:blipFill>
        <p:spPr>
          <a:xfrm>
            <a:off x="609600" y="2552700"/>
            <a:ext cx="10953750" cy="3733800"/>
          </a:xfrm>
          <a:prstGeom prst="rect">
            <a:avLst/>
          </a:prstGeom>
        </p:spPr>
      </p:pic>
      <p:sp>
        <p:nvSpPr>
          <p:cNvPr id="7" name="Interface example"/>
          <p:cNvSpPr>
            <a:spLocks noGrp="1"/>
          </p:cNvSpPr>
          <p:nvPr/>
        </p:nvSpPr>
        <p:spPr>
          <a:xfrm>
            <a:off x="609600" y="6362700"/>
            <a:ext cx="1047750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q-AL" dirty="0">
                <a:solidFill>
                  <a:srgbClr val="526B63"/>
                </a:solidFill>
                <a:latin typeface="Arial"/>
              </a:rPr>
              <a:t>Shembull i ndërfaqes kroate të FCC.</a:t>
            </a:r>
          </a:p>
        </p:txBody>
      </p:sp>
    </p:spTree>
    <p:extLst>
      <p:ext uri="{BB962C8B-B14F-4D97-AF65-F5344CB8AC3E}">
        <ns4:creationId val="872864147"/>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429D5618-D6D1-4709-9032-CCBDE1794EC0}"/>
              </a:ext>
            </a:extLst>
          </p:cNvPr>
          <p:cNvPicPr>
            <a:picLocks noChangeAspect="1"/>
          </p:cNvPicPr>
          <p:nvPr/>
        </p:nvPicPr>
        <p:blipFill>
          <a:blip r:embed="R9e74150305fa4111"/>
          <a:stretch/>
        </p:blipFill>
        <p:spPr>
          <a:xfrm>
            <a:off x="9867900" y="276061"/>
            <a:ext cx="1695450" cy="438478"/>
          </a:xfrm>
          <a:prstGeom prst="rect">
            <a:avLst/>
          </a:prstGeom>
        </p:spPr>
      </p:pic>
      <p:sp>
        <p:nvSpPr>
          <p:cNvPr id="2" name="">
            <a:extLst>
              <a:ext uri="{FF2B5EF4-FFF2-40B4-BE49-F238E27FC236}">
                <ns2:creationId id="{6D26F613-9E2D-4BC5-A70E-316C062077E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22</a:t>
            </a:r>
          </a:p>
        </p:txBody>
      </p:sp>
      <p:sp>
        <p:nvSpPr>
          <p:cNvPr id="3" name="Titulli">
            <a:extLst>
              <a:ext uri="{FF2B5EF4-FFF2-40B4-BE49-F238E27FC236}">
                <ns2:creationId id="{3DBF11A3-4EDF-4D18-977F-B4AACE2BE63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Ftesë për webinarin e zgjedhur</a:t>
            </a:r>
          </a:p>
        </p:txBody>
      </p:sp>
      <p:sp>
        <p:nvSpPr>
          <p:cNvPr id="4" name="">
            <a:extLst>
              <a:ext uri="{FF2B5EF4-FFF2-40B4-BE49-F238E27FC236}">
                <ns2:creationId id="{64A80DF6-83D6-420D-B270-58B477A61493}"/>
              </a:ext>
            </a:extLst>
          </p:cNvPr>
          <p:cNvSpPr>
            <a:spLocks noGrp="1"/>
          </p:cNvSpPr>
          <p:nvPr/>
        </p:nvSpPr>
        <p:spPr>
          <a:xfrm>
            <a:off x="609600" y="2152650"/>
            <a:ext cx="3333750" cy="2657475"/>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q-AL">
                <a:solidFill>
                  <a:srgbClr val="153F36"/>
                </a:solidFill>
                <a:latin typeface="Arial"/>
                <a:ea typeface="Arial"/>
                <a:cs typeface="Arial"/>
              </a:rPr>
              <a:t>Zgjidh datën.</a:t>
            </a:r>
          </a:p>
          <a:p>
            <a:pPr>
              <a:defRPr sz="2625" b="1">
                <a:solidFill>
                  <a:srgbClr val="153F36"/>
                </a:solidFill>
                <a:latin typeface="Arial"/>
                <a:ea typeface="Arial"/>
                <a:cs typeface="Arial"/>
              </a:defRPr>
            </a:pPr>
            <a:r>
              <a:rPr sz="2625" b="1" lang="sq-AL">
                <a:solidFill>
                  <a:srgbClr val="153F36"/>
                </a:solidFill>
                <a:latin typeface="Arial"/>
                <a:ea typeface="Arial"/>
                <a:cs typeface="Arial"/>
              </a:rPr>
              <a:t>Shto arsyen personale</a:t>
            </a:r>
          </a:p>
          <a:p>
            <a:pPr>
              <a:defRPr sz="2625" b="1">
                <a:solidFill>
                  <a:srgbClr val="153F36"/>
                </a:solidFill>
                <a:latin typeface="Arial"/>
                <a:ea typeface="Arial"/>
                <a:cs typeface="Arial"/>
              </a:defRPr>
            </a:pPr>
            <a:r>
              <a:rPr sz="2625" b="1" lang="sq-AL">
                <a:solidFill>
                  <a:srgbClr val="153F36"/>
                </a:solidFill>
                <a:latin typeface="Arial"/>
                <a:ea typeface="Arial"/>
                <a:cs typeface="Arial"/>
              </a:rPr>
              <a:t>të ftesës.</a:t>
            </a:r>
          </a:p>
          <a:p>
            <a:pPr>
              <a:defRPr sz="2625" b="1">
                <a:solidFill>
                  <a:srgbClr val="153F36"/>
                </a:solidFill>
                <a:latin typeface="Arial"/>
                <a:ea typeface="Arial"/>
                <a:cs typeface="Arial"/>
              </a:defRPr>
            </a:pPr>
            <a:r>
              <a:rPr sz="2625" b="1" lang="sq-AL">
                <a:solidFill>
                  <a:srgbClr val="153F36"/>
                </a:solidFill>
                <a:latin typeface="Arial"/>
                <a:ea typeface="Arial"/>
                <a:cs typeface="Arial"/>
              </a:rPr>
              <a:t>Dërgo lidhjen tënde.</a:t>
            </a:r>
          </a:p>
        </p:txBody>
      </p:sp>
      <p:sp>
        <p:nvSpPr>
          <p:cNvPr id="5" name="">
            <a:extLst>
              <a:ext uri="{FF2B5EF4-FFF2-40B4-BE49-F238E27FC236}">
                <ns2:creationId id="{958B8E7C-0CB5-4427-A2CD-626ACD27829B}"/>
              </a:ext>
            </a:extLst>
          </p:cNvPr>
          <p:cNvSpPr>
            <a:spLocks noGrp="1"/>
          </p:cNvSpPr>
          <p:nvPr/>
        </p:nvSpPr>
        <p:spPr>
          <a:xfrm>
            <a:off x="609600" y="4972050"/>
            <a:ext cx="3333750" cy="1123950"/>
          </a:xfrm>
          <a:prstGeom prst="rect">
            <a:avLst/>
          </a:prstGeom>
          <a:noFill/>
          <a:ln w="0">
            <a:noFill/>
          </a:ln>
        </p:spPr>
        <p:txBody>
          <a:bodyPr wrap="square" lIns="0" tIns="0" rIns="0" bIns="0" anchor="t">
            <a:noAutofit/>
          </a:bodyPr>
          <a:lstStyle>
            <a:defPPr>
              <a:defRPr sz="2025" b="0">
                <a:solidFill>
                  <a:srgbClr val="526B63"/>
                </a:solidFill>
                <a:latin typeface="Arial"/>
                <a:ea typeface="Arial"/>
                <a:cs typeface="Arial"/>
              </a:defRPr>
            </a:defPPr>
          </a:lstStyle>
          <a:p>
            <a:pPr>
              <a:defRPr sz="2025" b="0">
                <a:solidFill>
                  <a:srgbClr val="526B63"/>
                </a:solidFill>
                <a:latin typeface="Arial"/>
                <a:ea typeface="Arial"/>
                <a:cs typeface="Arial"/>
              </a:defRPr>
            </a:pPr>
            <a:r>
              <a:rPr sz="2025" b="0" lang="sq-AL">
                <a:solidFill>
                  <a:srgbClr val="526B63"/>
                </a:solidFill>
                <a:latin typeface="Arial"/>
                <a:ea typeface="Arial"/>
                <a:cs typeface="Arial"/>
              </a:rPr>
              <a:t>Mysafiri regjistrohet për një takim konkret përmes ftesës tënde.</a:t>
            </a:r>
          </a:p>
        </p:txBody>
      </p:sp>
      <p:pic>
        <p:nvPicPr>
          <p:cNvPr id="6" name="">
            <a:extLst>
              <a:ext uri="{FF2B5EF4-FFF2-40B4-BE49-F238E27FC236}">
                <ns2:creationId id="{3390DCC8-0B52-4314-8F10-D4E2C4601566}"/>
              </a:ext>
            </a:extLst>
          </p:cNvPr>
          <p:cNvPicPr>
            <a:picLocks noChangeAspect="1"/>
          </p:cNvPicPr>
          <p:nvPr/>
        </p:nvPicPr>
        <p:blipFill>
          <a:blip r:embed="R1e50648732a948d2"/>
          <a:srcRect l="56250" t="24028" r="4531" b="22222"/>
          <a:stretch/>
        </p:blipFill>
        <p:spPr>
          <a:xfrm>
            <a:off x="5667375" y="1924050"/>
            <a:ext cx="5524500" cy="4257675"/>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q-AL" dirty="0">
                <a:solidFill>
                  <a:srgbClr val="526B63"/>
                </a:solidFill>
                <a:latin typeface="Arial"/>
              </a:rPr>
              <a:t>Shembull i ndërfaqes kroate të FCC.</a:t>
            </a:r>
          </a:p>
        </p:txBody>
      </p:sp>
    </p:spTree>
    <p:extLst>
      <p:ext uri="{BB962C8B-B14F-4D97-AF65-F5344CB8AC3E}">
        <ns4:creationId val="700804711"/>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D5E12F88-80BE-4ED3-9045-0929104BF85E}"/>
              </a:ext>
            </a:extLst>
          </p:cNvPr>
          <p:cNvPicPr>
            <a:picLocks noChangeAspect="1"/>
          </p:cNvPicPr>
          <p:nvPr/>
        </p:nvPicPr>
        <p:blipFill>
          <a:blip r:embed="R767dfad8865d4072"/>
          <a:stretch/>
        </p:blipFill>
        <p:spPr>
          <a:xfrm>
            <a:off x="9867900" y="276061"/>
            <a:ext cx="1695450" cy="438478"/>
          </a:xfrm>
          <a:prstGeom prst="rect">
            <a:avLst/>
          </a:prstGeom>
        </p:spPr>
      </p:pic>
      <p:sp>
        <p:nvSpPr>
          <p:cNvPr id="2" name="">
            <a:extLst>
              <a:ext uri="{FF2B5EF4-FFF2-40B4-BE49-F238E27FC236}">
                <ns2:creationId id="{6C95CCE3-AAC8-46D2-A89D-918660909B1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23</a:t>
            </a:r>
          </a:p>
        </p:txBody>
      </p:sp>
      <p:sp>
        <p:nvSpPr>
          <p:cNvPr id="3" name="Titulli">
            <a:extLst>
              <a:ext uri="{FF2B5EF4-FFF2-40B4-BE49-F238E27FC236}">
                <ns2:creationId id="{86A969A1-FE90-4CAE-9E4D-B1F25AAE345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Marko u regjistrua. Çfarë vijon?</a:t>
            </a:r>
          </a:p>
        </p:txBody>
      </p:sp>
      <p:sp>
        <p:nvSpPr>
          <p:cNvPr id="4" name="">
            <a:extLst>
              <a:ext uri="{FF2B5EF4-FFF2-40B4-BE49-F238E27FC236}">
                <ns2:creationId id="{E5F1DAFA-2528-492F-B2BE-F6718195409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1.</a:t>
            </a:r>
          </a:p>
        </p:txBody>
      </p:sp>
      <p:sp>
        <p:nvSpPr>
          <p:cNvPr id="5" name="">
            <a:extLst>
              <a:ext uri="{FF2B5EF4-FFF2-40B4-BE49-F238E27FC236}">
                <ns2:creationId id="{4DB35653-FBDF-4BEC-83F0-6FBB3960376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Regjistrim për një datë të caktuar</a:t>
            </a:r>
          </a:p>
        </p:txBody>
      </p:sp>
      <p:sp>
        <p:nvSpPr>
          <p:cNvPr id="6" name="">
            <a:extLst>
              <a:ext uri="{FF2B5EF4-FFF2-40B4-BE49-F238E27FC236}">
                <ns2:creationId id="{CB2364BB-A3BB-4784-8D31-FC7726F1C590}"/>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Kontakti dhe regjistrimi mbeten të lidhur me personin që e ftoi.</a:t>
            </a:r>
          </a:p>
        </p:txBody>
      </p:sp>
      <p:sp>
        <p:nvSpPr>
          <p:cNvPr id="7" name="">
            <a:extLst>
              <a:ext uri="{FF2B5EF4-FFF2-40B4-BE49-F238E27FC236}">
                <ns2:creationId id="{AD290595-7437-4728-8D3A-3E8B1D2B748F}"/>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2.</a:t>
            </a:r>
          </a:p>
        </p:txBody>
      </p:sp>
      <p:sp>
        <p:nvSpPr>
          <p:cNvPr id="8" name="">
            <a:extLst>
              <a:ext uri="{FF2B5EF4-FFF2-40B4-BE49-F238E27FC236}">
                <ns2:creationId id="{46695ECA-CB8D-4B9F-A2E8-B65C37B9556C}"/>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Para webinarit</a:t>
            </a:r>
          </a:p>
        </p:txBody>
      </p:sp>
      <p:sp>
        <p:nvSpPr>
          <p:cNvPr id="9" name="">
            <a:extLst>
              <a:ext uri="{FF2B5EF4-FFF2-40B4-BE49-F238E27FC236}">
                <ns2:creationId id="{62BE4D3F-BC4E-41C9-B048-D3D0AD57E314}"/>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Konfirmimi dhe kujtesat e zgjedhura e ndihmojnë mysafirin të marrë pjesë.</a:t>
            </a:r>
          </a:p>
        </p:txBody>
      </p:sp>
      <p:sp>
        <p:nvSpPr>
          <p:cNvPr id="10" name="">
            <a:extLst>
              <a:ext uri="{FF2B5EF4-FFF2-40B4-BE49-F238E27FC236}">
                <ns2:creationId id="{8ECC572D-40C3-4866-9005-CFF07D7DA9C3}"/>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3.</a:t>
            </a:r>
          </a:p>
        </p:txBody>
      </p:sp>
      <p:sp>
        <p:nvSpPr>
          <p:cNvPr id="11" name="">
            <a:extLst>
              <a:ext uri="{FF2B5EF4-FFF2-40B4-BE49-F238E27FC236}">
                <ns2:creationId id="{9B07424D-9E40-46F4-B29D-C0C5CD66F25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Pas webinarit</a:t>
            </a:r>
          </a:p>
        </p:txBody>
      </p:sp>
      <p:sp>
        <p:nvSpPr>
          <p:cNvPr id="12" name="">
            <a:extLst>
              <a:ext uri="{FF2B5EF4-FFF2-40B4-BE49-F238E27FC236}">
                <ns2:creationId id="{CC04F91B-0460-4471-969A-A7A5BB25A43D}"/>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Bashkëpunëtori konfirmon pjesëmarrjen dhe dakordon një bisedë.</a:t>
            </a:r>
          </a:p>
        </p:txBody>
      </p:sp>
      <p:sp>
        <p:nvSpPr>
          <p:cNvPr id="13" name="">
            <a:extLst>
              <a:ext uri="{FF2B5EF4-FFF2-40B4-BE49-F238E27FC236}">
                <ns2:creationId id="{1996C6A4-A7E3-4F17-8120-05460EF79D98}"/>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4.</a:t>
            </a:r>
          </a:p>
        </p:txBody>
      </p:sp>
      <p:sp>
        <p:nvSpPr>
          <p:cNvPr id="14" name="">
            <a:extLst>
              <a:ext uri="{FF2B5EF4-FFF2-40B4-BE49-F238E27FC236}">
                <ns2:creationId id="{0015C3FA-BB82-4048-81E2-1B20DA03DFA6}"/>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Nëse nuk mori pjesë</a:t>
            </a:r>
          </a:p>
        </p:txBody>
      </p:sp>
      <p:sp>
        <p:nvSpPr>
          <p:cNvPr id="15" name="">
            <a:extLst>
              <a:ext uri="{FF2B5EF4-FFF2-40B4-BE49-F238E27FC236}">
                <ns2:creationId id="{67891E00-CB5A-48F8-9822-D3F7DBF396CA}"/>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Bisedë personale dhe ftesë e re për një datë të re.</a:t>
            </a:r>
          </a:p>
        </p:txBody>
      </p:sp>
    </p:spTree>
    <p:extLst>
      <p:ext uri="{BB962C8B-B14F-4D97-AF65-F5344CB8AC3E}">
        <ns4:creationId val="2122822085"/>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B9472236-3934-486C-A23A-6370DE23E664}"/>
              </a:ext>
            </a:extLst>
          </p:cNvPr>
          <p:cNvPicPr>
            <a:picLocks noChangeAspect="1"/>
          </p:cNvPicPr>
          <p:nvPr/>
        </p:nvPicPr>
        <p:blipFill>
          <a:blip r:embed="R91a2746f4c374b45"/>
          <a:stretch/>
        </p:blipFill>
        <p:spPr>
          <a:xfrm>
            <a:off x="9867900" y="276061"/>
            <a:ext cx="1695450" cy="438478"/>
          </a:xfrm>
          <a:prstGeom prst="rect">
            <a:avLst/>
          </a:prstGeom>
        </p:spPr>
      </p:pic>
      <p:sp>
        <p:nvSpPr>
          <p:cNvPr id="2" name="">
            <a:extLst>
              <a:ext uri="{FF2B5EF4-FFF2-40B4-BE49-F238E27FC236}">
                <ns2:creationId id="{68B0361B-9635-4166-AE62-4CF793B4F1A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24</a:t>
            </a:r>
          </a:p>
        </p:txBody>
      </p:sp>
      <p:sp>
        <p:nvSpPr>
          <p:cNvPr id="3" name="Titulli">
            <a:extLst>
              <a:ext uri="{FF2B5EF4-FFF2-40B4-BE49-F238E27FC236}">
                <ns2:creationId id="{A3F07F94-2F35-418F-817F-9743B462CB6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Webinare personale dhe të ekipit</a:t>
            </a:r>
          </a:p>
        </p:txBody>
      </p:sp>
      <p:sp>
        <p:nvSpPr>
          <p:cNvPr id="4" name="">
            <a:extLst>
              <a:ext uri="{FF2B5EF4-FFF2-40B4-BE49-F238E27FC236}">
                <ns2:creationId id="{15C68868-CAC3-4747-A74E-8D8DCC287173}"/>
              </a:ext>
            </a:extLst>
          </p:cNvPr>
          <p:cNvSpPr>
            <a:spLocks noGrp="1"/>
          </p:cNvSpPr>
          <p:nvPr/>
        </p:nvSpPr>
        <p:spPr>
          <a:xfrm>
            <a:off x="609600" y="2181225"/>
            <a:ext cx="10591800" cy="219075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q-AL">
                <a:solidFill>
                  <a:srgbClr val="153F36"/>
                </a:solidFill>
                <a:latin typeface="Arial"/>
                <a:ea typeface="Arial"/>
                <a:cs typeface="Arial"/>
              </a:rPr>
              <a:t>Një datë ose takim i rregullt.</a:t>
            </a:r>
          </a:p>
          <a:p>
            <a:pPr>
              <a:defRPr sz="3150" b="1">
                <a:solidFill>
                  <a:srgbClr val="153F36"/>
                </a:solidFill>
                <a:latin typeface="Arial"/>
                <a:ea typeface="Arial"/>
                <a:cs typeface="Arial"/>
              </a:defRPr>
            </a:pPr>
            <a:r>
              <a:rPr sz="3150" b="1" lang="sq-AL">
                <a:solidFill>
                  <a:srgbClr val="153F36"/>
                </a:solidFill>
                <a:latin typeface="Arial"/>
                <a:ea typeface="Arial"/>
                <a:cs typeface="Arial"/>
              </a:rPr>
              <a:t>Në gjuhën e zgjedhur.</a:t>
            </a:r>
          </a:p>
          <a:p>
            <a:pPr>
              <a:defRPr sz="3150" b="1">
                <a:solidFill>
                  <a:srgbClr val="153F36"/>
                </a:solidFill>
                <a:latin typeface="Arial"/>
                <a:ea typeface="Arial"/>
                <a:cs typeface="Arial"/>
              </a:defRPr>
            </a:pPr>
            <a:r>
              <a:rPr sz="3150" b="1" lang="sq-AL">
                <a:solidFill>
                  <a:srgbClr val="153F36"/>
                </a:solidFill>
                <a:latin typeface="Arial"/>
                <a:ea typeface="Arial"/>
                <a:cs typeface="Arial"/>
              </a:rPr>
              <a:t>Për ftesat e tua ose për ekipin tënd FCC.</a:t>
            </a:r>
          </a:p>
        </p:txBody>
      </p:sp>
      <p:sp>
        <p:nvSpPr>
          <p:cNvPr id="5" name="">
            <a:extLst>
              <a:ext uri="{FF2B5EF4-FFF2-40B4-BE49-F238E27FC236}">
                <ns2:creationId id="{CA141C86-D453-47CD-8181-922C077B11D4}"/>
              </a:ext>
            </a:extLst>
          </p:cNvPr>
          <p:cNvSpPr>
            <a:spLocks noGrp="1"/>
          </p:cNvSpPr>
          <p:nvPr/>
        </p:nvSpPr>
        <p:spPr>
          <a:xfrm>
            <a:off x="609600" y="4733925"/>
            <a:ext cx="10448925" cy="86677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q-AL">
                <a:solidFill>
                  <a:srgbClr val="526B63"/>
                </a:solidFill>
                <a:latin typeface="Arial"/>
                <a:ea typeface="Arial"/>
                <a:cs typeface="Arial"/>
              </a:rPr>
              <a:t>Çdo anëtar fton me lidhjen e vet dhe ruan kontaktet e veta.</a:t>
            </a:r>
          </a:p>
        </p:txBody>
      </p:sp>
      <p:sp>
        <p:nvSpPr>
          <p:cNvPr id="6" name="">
            <a:extLst>
              <a:ext uri="{FF2B5EF4-FFF2-40B4-BE49-F238E27FC236}">
                <ns2:creationId id="{330A4E96-5E13-4241-96CF-B5C8186A91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Krijimi i webinareve të tua është i disponueshëm në paketën PRO.</a:t>
            </a:r>
          </a:p>
        </p:txBody>
      </p:sp>
    </p:spTree>
    <p:extLst>
      <p:ext uri="{BB962C8B-B14F-4D97-AF65-F5344CB8AC3E}">
        <ns4:creationId val="126485023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E86031B-74C2-4608-8EC0-F7A06E16AB36}"/>
              </a:ext>
            </a:extLst>
          </p:cNvPr>
          <p:cNvPicPr>
            <a:picLocks noChangeAspect="1"/>
          </p:cNvPicPr>
          <p:nvPr/>
        </p:nvPicPr>
        <p:blipFill>
          <a:blip r:embed="R59ec47a19bc2488c"/>
          <a:stretch/>
        </p:blipFill>
        <p:spPr>
          <a:xfrm>
            <a:off x="9867900" y="276061"/>
            <a:ext cx="1695450" cy="438478"/>
          </a:xfrm>
          <a:prstGeom prst="rect">
            <a:avLst/>
          </a:prstGeom>
        </p:spPr>
      </p:pic>
      <p:sp>
        <p:nvSpPr>
          <p:cNvPr id="2" name="">
            <a:extLst>
              <a:ext uri="{FF2B5EF4-FFF2-40B4-BE49-F238E27FC236}">
                <ns2:creationId id="{93698D6B-5742-4E5B-834D-CB8A1A51416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25</a:t>
            </a:r>
          </a:p>
        </p:txBody>
      </p:sp>
      <p:sp>
        <p:nvSpPr>
          <p:cNvPr id="3" name="Titulli">
            <a:extLst>
              <a:ext uri="{FF2B5EF4-FFF2-40B4-BE49-F238E27FC236}">
                <ns2:creationId id="{E8A14DF5-11A1-4D9F-9B08-F9C64AB2045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Mbështetje për ekipin te Ekipi im</a:t>
            </a:r>
          </a:p>
        </p:txBody>
      </p:sp>
      <p:sp>
        <p:nvSpPr>
          <p:cNvPr id="4" name="">
            <a:extLst>
              <a:ext uri="{FF2B5EF4-FFF2-40B4-BE49-F238E27FC236}">
                <ns2:creationId id="{5C794550-AB76-4651-9D65-FCC54402C9D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1.</a:t>
            </a:r>
          </a:p>
        </p:txBody>
      </p:sp>
      <p:sp>
        <p:nvSpPr>
          <p:cNvPr id="5" name="">
            <a:extLst>
              <a:ext uri="{FF2B5EF4-FFF2-40B4-BE49-F238E27FC236}">
                <ns2:creationId id="{0D790686-2438-4A73-8815-5D8A40D9C27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Pamja e njerëzve dhe përparimit</a:t>
            </a:r>
          </a:p>
        </p:txBody>
      </p:sp>
      <p:sp>
        <p:nvSpPr>
          <p:cNvPr id="6" name="">
            <a:extLst>
              <a:ext uri="{FF2B5EF4-FFF2-40B4-BE49-F238E27FC236}">
                <ns2:creationId id="{57A656BD-9E7D-4723-A3EB-C0005AB55657}"/>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Sheh më lehtë ku kanë kuptim biseda dhe mbështetja.</a:t>
            </a:r>
          </a:p>
        </p:txBody>
      </p:sp>
      <p:sp>
        <p:nvSpPr>
          <p:cNvPr id="7" name="">
            <a:extLst>
              <a:ext uri="{FF2B5EF4-FFF2-40B4-BE49-F238E27FC236}">
                <ns2:creationId id="{967AC6C6-2AA2-4DBF-B458-584184EDCB24}"/>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2.</a:t>
            </a:r>
          </a:p>
        </p:txBody>
      </p:sp>
      <p:sp>
        <p:nvSpPr>
          <p:cNvPr id="8" name="">
            <a:extLst>
              <a:ext uri="{FF2B5EF4-FFF2-40B4-BE49-F238E27FC236}">
                <ns2:creationId id="{56B851E9-6FC5-431B-859B-AF028D6FEB8F}"/>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Kontaktimi personal</a:t>
            </a:r>
          </a:p>
        </p:txBody>
      </p:sp>
      <p:sp>
        <p:nvSpPr>
          <p:cNvPr id="9" name="">
            <a:extLst>
              <a:ext uri="{FF2B5EF4-FFF2-40B4-BE49-F238E27FC236}">
                <ns2:creationId id="{818F0784-40F3-44C9-9582-B7A15C5FB7EE}"/>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Përgatitja e mesazhit dhe konfirmimi që është dërguar realisht.</a:t>
            </a:r>
          </a:p>
        </p:txBody>
      </p:sp>
      <p:sp>
        <p:nvSpPr>
          <p:cNvPr id="10" name="">
            <a:extLst>
              <a:ext uri="{FF2B5EF4-FFF2-40B4-BE49-F238E27FC236}">
                <ns2:creationId id="{B9F0BD01-52B3-41AC-98C0-040405407F1A}"/>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3.</a:t>
            </a:r>
          </a:p>
        </p:txBody>
      </p:sp>
      <p:sp>
        <p:nvSpPr>
          <p:cNvPr id="11" name="">
            <a:extLst>
              <a:ext uri="{FF2B5EF4-FFF2-40B4-BE49-F238E27FC236}">
                <ns2:creationId id="{481DB09C-DD2D-4344-86DC-1D4C290AFDE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Marrëveshja e radhës</a:t>
            </a:r>
          </a:p>
        </p:txBody>
      </p:sp>
      <p:sp>
        <p:nvSpPr>
          <p:cNvPr id="12" name="">
            <a:extLst>
              <a:ext uri="{FF2B5EF4-FFF2-40B4-BE49-F238E27FC236}">
                <ns2:creationId id="{FA5462F9-CF88-452C-9CD7-60E7B954693D}"/>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Kujtesë për bisedë dhe vazhdimin e mbështetjes.</a:t>
            </a:r>
          </a:p>
        </p:txBody>
      </p:sp>
      <p:sp>
        <p:nvSpPr>
          <p:cNvPr id="13" name="">
            <a:extLst>
              <a:ext uri="{FF2B5EF4-FFF2-40B4-BE49-F238E27FC236}">
                <ns2:creationId id="{EA4F5EE5-D9B7-490A-8B9A-397E2C50127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Mundësi PRO. Të dhënat numerike ndihmojnë bisedën dhe nuk e zëvendësojnë atë.</a:t>
            </a:r>
          </a:p>
        </p:txBody>
      </p:sp>
    </p:spTree>
    <p:extLst>
      <p:ext uri="{BB962C8B-B14F-4D97-AF65-F5344CB8AC3E}">
        <ns4:creationId val="743576115"/>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15" name="">
            <a:extLst>
              <a:ext uri="{FF2B5EF4-FFF2-40B4-BE49-F238E27FC236}">
                <ns2:creationId id="{8FD54B42-D5D9-4C8E-A795-D8C9DC824F7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q-AL">
                <a:solidFill>
                  <a:srgbClr val="D4E8DD"/>
                </a:solidFill>
                <a:latin typeface="Arial"/>
                <a:ea typeface="Arial"/>
                <a:cs typeface="Arial"/>
              </a:rPr>
              <a:t>26</a:t>
            </a:r>
          </a:p>
        </p:txBody>
      </p:sp>
      <p:sp>
        <p:nvSpPr>
          <p:cNvPr id="2" name="Titulli">
            <a:extLst>
              <a:ext uri="{FF2B5EF4-FFF2-40B4-BE49-F238E27FC236}">
                <ns2:creationId id="{0A8A4CAC-4231-4F7F-ACB0-D9A1910CA91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sq-AL">
                <a:solidFill>
                  <a:srgbClr val="FFFFFF"/>
                </a:solidFill>
                <a:latin typeface="Arial"/>
                <a:ea typeface="Arial"/>
                <a:cs typeface="Arial"/>
              </a:rPr>
              <a:t>Një shembull nga puna e përditshme</a:t>
            </a:r>
          </a:p>
        </p:txBody>
      </p:sp>
      <p:sp>
        <p:nvSpPr>
          <p:cNvPr id="3" name="">
            <a:extLst>
              <a:ext uri="{FF2B5EF4-FFF2-40B4-BE49-F238E27FC236}">
                <ns2:creationId id="{95AA7EBA-6878-4508-B7DD-388E8A06A72D}"/>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q-AL">
                <a:solidFill>
                  <a:srgbClr val="D4E8DD"/>
                </a:solidFill>
                <a:latin typeface="Arial"/>
                <a:ea typeface="Arial"/>
                <a:cs typeface="Arial"/>
              </a:rPr>
              <a:t>1.</a:t>
            </a:r>
          </a:p>
        </p:txBody>
      </p:sp>
      <p:sp>
        <p:nvSpPr>
          <p:cNvPr id="4" name="">
            <a:extLst>
              <a:ext uri="{FF2B5EF4-FFF2-40B4-BE49-F238E27FC236}">
                <ns2:creationId id="{03646A3A-C104-4F37-B92F-BB2EAE187254}"/>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q-AL">
                <a:solidFill>
                  <a:srgbClr val="FFFFFF"/>
                </a:solidFill>
                <a:latin typeface="Arial"/>
                <a:ea typeface="Arial"/>
                <a:cs typeface="Arial"/>
              </a:rPr>
              <a:t>Hapi i sotëm</a:t>
            </a:r>
          </a:p>
        </p:txBody>
      </p:sp>
      <p:sp>
        <p:nvSpPr>
          <p:cNvPr id="5" name="">
            <a:extLst>
              <a:ext uri="{FF2B5EF4-FFF2-40B4-BE49-F238E27FC236}">
                <ns2:creationId id="{FE393999-B9B5-4679-B5D3-6DB274700D3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q-AL">
                <a:solidFill>
                  <a:srgbClr val="D4E8DD"/>
                </a:solidFill>
                <a:latin typeface="Arial"/>
                <a:ea typeface="Arial"/>
                <a:cs typeface="Arial"/>
              </a:rPr>
              <a:t>Hap detyrën dhe kuptoj çfarë duhet të bëj.</a:t>
            </a:r>
          </a:p>
        </p:txBody>
      </p:sp>
      <p:sp>
        <p:nvSpPr>
          <p:cNvPr id="6" name="">
            <a:extLst>
              <a:ext uri="{FF2B5EF4-FFF2-40B4-BE49-F238E27FC236}">
                <ns2:creationId id="{91FEC0DE-5CB4-4CA9-AAEC-3F72A813B357}"/>
              </a:ext>
            </a:extLst>
          </p:cNvPr>
          <p:cNvSpPr>
            <a:spLocks noGrp="1"/>
          </p:cNvSpPr>
          <p:nvPr/>
        </p:nvSpPr>
        <p:spPr>
          <a:xfrm>
            <a:off x="609600" y="28765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q-AL">
                <a:solidFill>
                  <a:srgbClr val="D4E8DD"/>
                </a:solidFill>
                <a:latin typeface="Arial"/>
                <a:ea typeface="Arial"/>
                <a:cs typeface="Arial"/>
              </a:rPr>
              <a:t>2.</a:t>
            </a:r>
          </a:p>
        </p:txBody>
      </p:sp>
      <p:sp>
        <p:nvSpPr>
          <p:cNvPr id="7" name="">
            <a:extLst>
              <a:ext uri="{FF2B5EF4-FFF2-40B4-BE49-F238E27FC236}">
                <ns2:creationId id="{DAD20ADD-6670-452E-AC38-4568348090F2}"/>
              </a:ext>
            </a:extLst>
          </p:cNvPr>
          <p:cNvSpPr>
            <a:spLocks noGrp="1"/>
          </p:cNvSpPr>
          <p:nvPr/>
        </p:nvSpPr>
        <p:spPr>
          <a:xfrm>
            <a:off x="1257300" y="28765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q-AL">
                <a:solidFill>
                  <a:srgbClr val="FFFFFF"/>
                </a:solidFill>
                <a:latin typeface="Arial"/>
                <a:ea typeface="Arial"/>
                <a:cs typeface="Arial"/>
              </a:rPr>
              <a:t>Ana dhe interesi i saj</a:t>
            </a:r>
          </a:p>
        </p:txBody>
      </p:sp>
      <p:sp>
        <p:nvSpPr>
          <p:cNvPr id="8" name="">
            <a:extLst>
              <a:ext uri="{FF2B5EF4-FFF2-40B4-BE49-F238E27FC236}">
                <ns2:creationId id="{65D3A541-A07B-40D6-996F-497837E3F221}"/>
              </a:ext>
            </a:extLst>
          </p:cNvPr>
          <p:cNvSpPr>
            <a:spLocks noGrp="1"/>
          </p:cNvSpPr>
          <p:nvPr/>
        </p:nvSpPr>
        <p:spPr>
          <a:xfrm>
            <a:off x="1257300" y="32861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q-AL">
                <a:solidFill>
                  <a:srgbClr val="D4E8DD"/>
                </a:solidFill>
                <a:latin typeface="Arial"/>
                <a:ea typeface="Arial"/>
                <a:cs typeface="Arial"/>
              </a:rPr>
              <a:t>Përgatis një mesazh të dobishëm sipas bisedës.</a:t>
            </a:r>
          </a:p>
        </p:txBody>
      </p:sp>
      <p:sp>
        <p:nvSpPr>
          <p:cNvPr id="9" name="">
            <a:extLst>
              <a:ext uri="{FF2B5EF4-FFF2-40B4-BE49-F238E27FC236}">
                <ns2:creationId id="{B0B45942-1C82-4F2E-A57D-A14033966DFD}"/>
              </a:ext>
            </a:extLst>
          </p:cNvPr>
          <p:cNvSpPr>
            <a:spLocks noGrp="1"/>
          </p:cNvSpPr>
          <p:nvPr/>
        </p:nvSpPr>
        <p:spPr>
          <a:xfrm>
            <a:off x="609600" y="37909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q-AL">
                <a:solidFill>
                  <a:srgbClr val="D4E8DD"/>
                </a:solidFill>
                <a:latin typeface="Arial"/>
                <a:ea typeface="Arial"/>
                <a:cs typeface="Arial"/>
              </a:rPr>
              <a:t>3.</a:t>
            </a:r>
          </a:p>
        </p:txBody>
      </p:sp>
      <p:sp>
        <p:nvSpPr>
          <p:cNvPr id="10" name="">
            <a:extLst>
              <a:ext uri="{FF2B5EF4-FFF2-40B4-BE49-F238E27FC236}">
                <ns2:creationId id="{60121B05-21D8-491D-8733-458B22AA21A7}"/>
              </a:ext>
            </a:extLst>
          </p:cNvPr>
          <p:cNvSpPr>
            <a:spLocks noGrp="1"/>
          </p:cNvSpPr>
          <p:nvPr/>
        </p:nvSpPr>
        <p:spPr>
          <a:xfrm>
            <a:off x="1257300" y="37909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q-AL">
                <a:solidFill>
                  <a:srgbClr val="FFFFFF"/>
                </a:solidFill>
                <a:latin typeface="Arial"/>
                <a:ea typeface="Arial"/>
                <a:cs typeface="Arial"/>
              </a:rPr>
              <a:t>Rekomandimi im</a:t>
            </a:r>
          </a:p>
        </p:txBody>
      </p:sp>
      <p:sp>
        <p:nvSpPr>
          <p:cNvPr id="11" name="">
            <a:extLst>
              <a:ext uri="{FF2B5EF4-FFF2-40B4-BE49-F238E27FC236}">
                <ns2:creationId id="{F6AE71F9-B8CE-4986-8A1F-59474B627BB0}"/>
              </a:ext>
            </a:extLst>
          </p:cNvPr>
          <p:cNvSpPr>
            <a:spLocks noGrp="1"/>
          </p:cNvSpPr>
          <p:nvPr/>
        </p:nvSpPr>
        <p:spPr>
          <a:xfrm>
            <a:off x="1257300" y="42005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q-AL">
                <a:solidFill>
                  <a:srgbClr val="D4E8DD"/>
                </a:solidFill>
                <a:latin typeface="Arial"/>
                <a:ea typeface="Arial"/>
                <a:cs typeface="Arial"/>
              </a:rPr>
              <a:t>Ndaj produktin ose ftesën për datën e zgjedhur.</a:t>
            </a:r>
          </a:p>
        </p:txBody>
      </p:sp>
      <p:sp>
        <p:nvSpPr>
          <p:cNvPr id="12" name="">
            <a:extLst>
              <a:ext uri="{FF2B5EF4-FFF2-40B4-BE49-F238E27FC236}">
                <ns2:creationId id="{F4A4571D-FA77-422B-9D76-F3ACB7D696EF}"/>
              </a:ext>
            </a:extLst>
          </p:cNvPr>
          <p:cNvSpPr>
            <a:spLocks noGrp="1"/>
          </p:cNvSpPr>
          <p:nvPr/>
        </p:nvSpPr>
        <p:spPr>
          <a:xfrm>
            <a:off x="609600" y="47053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q-AL">
                <a:solidFill>
                  <a:srgbClr val="D4E8DD"/>
                </a:solidFill>
                <a:latin typeface="Arial"/>
                <a:ea typeface="Arial"/>
                <a:cs typeface="Arial"/>
              </a:rPr>
              <a:t>4.</a:t>
            </a:r>
          </a:p>
        </p:txBody>
      </p:sp>
      <p:sp>
        <p:nvSpPr>
          <p:cNvPr id="13" name="">
            <a:extLst>
              <a:ext uri="{FF2B5EF4-FFF2-40B4-BE49-F238E27FC236}">
                <ns2:creationId id="{7F97F9DF-E177-4FFC-BEA3-E8607C5F908E}"/>
              </a:ext>
            </a:extLst>
          </p:cNvPr>
          <p:cNvSpPr>
            <a:spLocks noGrp="1"/>
          </p:cNvSpPr>
          <p:nvPr/>
        </p:nvSpPr>
        <p:spPr>
          <a:xfrm>
            <a:off x="1257300" y="47053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q-AL">
                <a:solidFill>
                  <a:srgbClr val="FFFFFF"/>
                </a:solidFill>
                <a:latin typeface="Arial"/>
                <a:ea typeface="Arial"/>
                <a:cs typeface="Arial"/>
              </a:rPr>
              <a:t>Marrëveshja e radhës</a:t>
            </a:r>
          </a:p>
        </p:txBody>
      </p:sp>
      <p:sp>
        <p:nvSpPr>
          <p:cNvPr id="14" name="">
            <a:extLst>
              <a:ext uri="{FF2B5EF4-FFF2-40B4-BE49-F238E27FC236}">
                <ns2:creationId id="{AE76C082-5565-4973-AD5C-698FD8AAAAA8}"/>
              </a:ext>
            </a:extLst>
          </p:cNvPr>
          <p:cNvSpPr>
            <a:spLocks noGrp="1"/>
          </p:cNvSpPr>
          <p:nvPr/>
        </p:nvSpPr>
        <p:spPr>
          <a:xfrm>
            <a:off x="1257300" y="51149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q-AL">
                <a:solidFill>
                  <a:srgbClr val="D4E8DD"/>
                </a:solidFill>
                <a:latin typeface="Arial"/>
                <a:ea typeface="Arial"/>
                <a:cs typeface="Arial"/>
              </a:rPr>
              <a:t>Shënoj veprimin dhe datën e kontaktimit të radhës.</a:t>
            </a:r>
          </a:p>
        </p:txBody>
      </p:sp>
    </p:spTree>
    <p:extLst>
      <p:ext uri="{BB962C8B-B14F-4D97-AF65-F5344CB8AC3E}">
        <ns3:creationId val="1769184539"/>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AD69F793-5AC2-4B61-8E08-807EA3E82C93}"/>
              </a:ext>
            </a:extLst>
          </p:cNvPr>
          <p:cNvPicPr>
            <a:picLocks noChangeAspect="1"/>
          </p:cNvPicPr>
          <p:nvPr/>
        </p:nvPicPr>
        <p:blipFill>
          <a:blip r:embed="R5fc007ce49884a48"/>
          <a:stretch/>
        </p:blipFill>
        <p:spPr>
          <a:xfrm>
            <a:off x="9867900" y="276061"/>
            <a:ext cx="1695450" cy="438478"/>
          </a:xfrm>
          <a:prstGeom prst="rect">
            <a:avLst/>
          </a:prstGeom>
        </p:spPr>
      </p:pic>
      <p:sp>
        <p:nvSpPr>
          <p:cNvPr id="2" name="">
            <a:extLst>
              <a:ext uri="{FF2B5EF4-FFF2-40B4-BE49-F238E27FC236}">
                <ns2:creationId id="{D599A719-1E57-4637-B8AE-2EADBB60B92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27</a:t>
            </a:r>
          </a:p>
        </p:txBody>
      </p:sp>
      <p:sp>
        <p:nvSpPr>
          <p:cNvPr id="3" name="Titulli">
            <a:extLst>
              <a:ext uri="{FF2B5EF4-FFF2-40B4-BE49-F238E27FC236}">
                <ns2:creationId id="{8BB1BE9D-040A-44D0-AEAF-D2C3ACE9FBD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Java rreth webinarit tënd</a:t>
            </a:r>
          </a:p>
        </p:txBody>
      </p:sp>
      <p:sp>
        <p:nvSpPr>
          <p:cNvPr id="4" name="">
            <a:extLst>
              <a:ext uri="{FF2B5EF4-FFF2-40B4-BE49-F238E27FC236}">
                <ns2:creationId id="{0F5BB3E7-43FB-4F91-B6E5-6557057A7B6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1.</a:t>
            </a:r>
          </a:p>
        </p:txBody>
      </p:sp>
      <p:sp>
        <p:nvSpPr>
          <p:cNvPr id="5" name="">
            <a:extLst>
              <a:ext uri="{FF2B5EF4-FFF2-40B4-BE49-F238E27FC236}">
                <ns2:creationId id="{82D731A5-172B-48C5-9CD0-E353F39BF95A}"/>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Para datës së takimit</a:t>
            </a:r>
          </a:p>
        </p:txBody>
      </p:sp>
      <p:sp>
        <p:nvSpPr>
          <p:cNvPr id="6" name="">
            <a:extLst>
              <a:ext uri="{FF2B5EF4-FFF2-40B4-BE49-F238E27FC236}">
                <ns2:creationId id="{DE5EA19D-E7B5-44A8-9292-5670686D93E3}"/>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Fto personat për të cilët tema është e përshtatshme dhe ndiq regjistrimet.</a:t>
            </a:r>
          </a:p>
        </p:txBody>
      </p:sp>
      <p:sp>
        <p:nvSpPr>
          <p:cNvPr id="7" name="">
            <a:extLst>
              <a:ext uri="{FF2B5EF4-FFF2-40B4-BE49-F238E27FC236}">
                <ns2:creationId id="{3563B572-16E0-4754-AEA8-67452D850777}"/>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2.</a:t>
            </a:r>
          </a:p>
        </p:txBody>
      </p:sp>
      <p:sp>
        <p:nvSpPr>
          <p:cNvPr id="8" name="">
            <a:extLst>
              <a:ext uri="{FF2B5EF4-FFF2-40B4-BE49-F238E27FC236}">
                <ns2:creationId id="{8ADC08C2-B626-42AB-8FE0-A6E440453B26}"/>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Ditën e webinarit</a:t>
            </a:r>
          </a:p>
        </p:txBody>
      </p:sp>
      <p:sp>
        <p:nvSpPr>
          <p:cNvPr id="9" name="">
            <a:extLst>
              <a:ext uri="{FF2B5EF4-FFF2-40B4-BE49-F238E27FC236}">
                <ns2:creationId id="{DADD1F90-51F6-4480-B898-7B0301DA703B}"/>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Verifiko marrëveshjen me mysafirët dhe lidhjen e hyrjes.</a:t>
            </a:r>
          </a:p>
        </p:txBody>
      </p:sp>
      <p:sp>
        <p:nvSpPr>
          <p:cNvPr id="10" name="">
            <a:extLst>
              <a:ext uri="{FF2B5EF4-FFF2-40B4-BE49-F238E27FC236}">
                <ns2:creationId id="{484C3046-0C6A-4B03-8AD2-29A084085E35}"/>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3.</a:t>
            </a:r>
          </a:p>
        </p:txBody>
      </p:sp>
      <p:sp>
        <p:nvSpPr>
          <p:cNvPr id="11" name="">
            <a:extLst>
              <a:ext uri="{FF2B5EF4-FFF2-40B4-BE49-F238E27FC236}">
                <ns2:creationId id="{9A55AF0B-C2C8-4E43-9E8D-6C7703D217C1}"/>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Pas takimit</a:t>
            </a:r>
          </a:p>
        </p:txBody>
      </p:sp>
      <p:sp>
        <p:nvSpPr>
          <p:cNvPr id="12" name="">
            <a:extLst>
              <a:ext uri="{FF2B5EF4-FFF2-40B4-BE49-F238E27FC236}">
                <ns2:creationId id="{DB263AC0-53C8-4704-9C0D-1FE463EBD2D5}"/>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Bisedo për interesin dhe dakordo hapin tjetër.</a:t>
            </a:r>
          </a:p>
        </p:txBody>
      </p:sp>
      <p:sp>
        <p:nvSpPr>
          <p:cNvPr id="13" name="">
            <a:extLst>
              <a:ext uri="{FF2B5EF4-FFF2-40B4-BE49-F238E27FC236}">
                <ns2:creationId id="{75B3B4AC-FE57-4B6D-896B-D75217171EA0}"/>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Mes takimeve punon me klientët dhe vazhdon hapat e disponueshëm të programit Rruga ime.</a:t>
            </a:r>
          </a:p>
        </p:txBody>
      </p:sp>
    </p:spTree>
    <p:extLst>
      <p:ext uri="{BB962C8B-B14F-4D97-AF65-F5344CB8AC3E}">
        <ns4:creationId val="1050284790"/>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90AF6069-FCC7-4456-B755-1C11B7C5D272}"/>
              </a:ext>
            </a:extLst>
          </p:cNvPr>
          <p:cNvPicPr>
            <a:picLocks noChangeAspect="1"/>
          </p:cNvPicPr>
          <p:nvPr/>
        </p:nvPicPr>
        <p:blipFill>
          <a:blip r:embed="R2ce76662dc9b4623"/>
          <a:stretch/>
        </p:blipFill>
        <p:spPr>
          <a:xfrm>
            <a:off x="9867900" y="276061"/>
            <a:ext cx="1695450" cy="438478"/>
          </a:xfrm>
          <a:prstGeom prst="rect">
            <a:avLst/>
          </a:prstGeom>
        </p:spPr>
      </p:pic>
      <p:sp>
        <p:nvSpPr>
          <p:cNvPr id="2" name="">
            <a:extLst>
              <a:ext uri="{FF2B5EF4-FFF2-40B4-BE49-F238E27FC236}">
                <ns2:creationId id="{C23F1E39-5BF0-44A4-A298-3D226CF4DBA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28</a:t>
            </a:r>
          </a:p>
        </p:txBody>
      </p:sp>
      <p:sp>
        <p:nvSpPr>
          <p:cNvPr id="3" name="Titulli">
            <a:extLst>
              <a:ext uri="{FF2B5EF4-FFF2-40B4-BE49-F238E27FC236}">
                <ns2:creationId id="{AB0951CD-823B-4F14-9076-B1C104C88A1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Shembull i javës së parë</a:t>
            </a:r>
          </a:p>
        </p:txBody>
      </p:sp>
      <p:sp>
        <p:nvSpPr>
          <p:cNvPr id="4" name="">
            <a:extLst>
              <a:ext uri="{FF2B5EF4-FFF2-40B4-BE49-F238E27FC236}">
                <ns2:creationId id="{E4E16D70-7C22-4173-AEA3-D57D27D08849}"/>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1.</a:t>
            </a:r>
          </a:p>
        </p:txBody>
      </p:sp>
      <p:sp>
        <p:nvSpPr>
          <p:cNvPr id="5" name="">
            <a:extLst>
              <a:ext uri="{FF2B5EF4-FFF2-40B4-BE49-F238E27FC236}">
                <ns2:creationId id="{89CAEC09-35AD-4098-B8D6-9F781218194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Njohja fillestare</a:t>
            </a:r>
          </a:p>
        </p:txBody>
      </p:sp>
      <p:sp>
        <p:nvSpPr>
          <p:cNvPr id="6" name="">
            <a:extLst>
              <a:ext uri="{FF2B5EF4-FFF2-40B4-BE49-F238E27FC236}">
                <ns2:creationId id="{0D5006A6-5EE1-48F3-BADE-BF53FCED4EB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Llogaria, karta dhe biseda me sponsorin.</a:t>
            </a:r>
          </a:p>
        </p:txBody>
      </p:sp>
      <p:sp>
        <p:nvSpPr>
          <p:cNvPr id="7" name="">
            <a:extLst>
              <a:ext uri="{FF2B5EF4-FFF2-40B4-BE49-F238E27FC236}">
                <ns2:creationId id="{7303B055-FEE5-47B6-8053-4DA925ABC5E7}"/>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2.</a:t>
            </a:r>
          </a:p>
        </p:txBody>
      </p:sp>
      <p:sp>
        <p:nvSpPr>
          <p:cNvPr id="8" name="">
            <a:extLst>
              <a:ext uri="{FF2B5EF4-FFF2-40B4-BE49-F238E27FC236}">
                <ns2:creationId id="{9F217234-F93D-4B66-BF0E-A719F5C8D30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Një rekomandim i dobishëm</a:t>
            </a:r>
          </a:p>
        </p:txBody>
      </p:sp>
      <p:sp>
        <p:nvSpPr>
          <p:cNvPr id="9" name="">
            <a:extLst>
              <a:ext uri="{FF2B5EF4-FFF2-40B4-BE49-F238E27FC236}">
                <ns2:creationId id="{CC951A8C-6108-4925-B9E2-E88BC497C0F5}"/>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Zgjedhja e produktit dhe mesazh personal i natyrshëm.</a:t>
            </a:r>
          </a:p>
        </p:txBody>
      </p:sp>
      <p:sp>
        <p:nvSpPr>
          <p:cNvPr id="10" name="">
            <a:extLst>
              <a:ext uri="{FF2B5EF4-FFF2-40B4-BE49-F238E27FC236}">
                <ns2:creationId id="{9D38A44F-AE96-4E0B-9981-4DAFF3425B47}"/>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3.</a:t>
            </a:r>
          </a:p>
        </p:txBody>
      </p:sp>
      <p:sp>
        <p:nvSpPr>
          <p:cNvPr id="11" name="">
            <a:extLst>
              <a:ext uri="{FF2B5EF4-FFF2-40B4-BE49-F238E27FC236}">
                <ns2:creationId id="{8E9E14C2-91E9-4D7C-AAE4-F4F0E9B5CF6F}"/>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Një ftesë</a:t>
            </a:r>
          </a:p>
        </p:txBody>
      </p:sp>
      <p:sp>
        <p:nvSpPr>
          <p:cNvPr id="12" name="">
            <a:extLst>
              <a:ext uri="{FF2B5EF4-FFF2-40B4-BE49-F238E27FC236}">
                <ns2:creationId id="{D22D0B3A-262A-432C-81FD-50F65D84DE52}"/>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Zgjedhja e webinarit aktual dhe përgatitja e ftesës.</a:t>
            </a:r>
          </a:p>
        </p:txBody>
      </p:sp>
      <p:sp>
        <p:nvSpPr>
          <p:cNvPr id="13" name="">
            <a:extLst>
              <a:ext uri="{FF2B5EF4-FFF2-40B4-BE49-F238E27FC236}">
                <ns2:creationId id="{E7B9CBFC-3ADE-4A30-AE7C-A4D42E435278}"/>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4.</a:t>
            </a:r>
          </a:p>
        </p:txBody>
      </p:sp>
      <p:sp>
        <p:nvSpPr>
          <p:cNvPr id="14" name="">
            <a:extLst>
              <a:ext uri="{FF2B5EF4-FFF2-40B4-BE49-F238E27FC236}">
                <ns2:creationId id="{08B2CFAD-8690-4998-8924-E7791A9679E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Reflektim i shkurtër</a:t>
            </a:r>
          </a:p>
        </p:txBody>
      </p:sp>
      <p:sp>
        <p:nvSpPr>
          <p:cNvPr id="15" name="">
            <a:extLst>
              <a:ext uri="{FF2B5EF4-FFF2-40B4-BE49-F238E27FC236}">
                <ns2:creationId id="{31F9D09C-3988-4A44-80DE-E4905FDBB713}"/>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Çfarë është bërë, çfarë është e paqartë dhe cili është hapi tjetër.</a:t>
            </a:r>
          </a:p>
        </p:txBody>
      </p:sp>
    </p:spTree>
    <p:extLst>
      <p:ext uri="{BB962C8B-B14F-4D97-AF65-F5344CB8AC3E}">
        <ns4:creationId val="185701561"/>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6A372F37-AC02-4069-917F-14900D63FA2F}"/>
              </a:ext>
            </a:extLst>
          </p:cNvPr>
          <p:cNvPicPr>
            <a:picLocks noChangeAspect="1"/>
          </p:cNvPicPr>
          <p:nvPr/>
        </p:nvPicPr>
        <p:blipFill>
          <a:blip r:embed="R5e6a51b14994433f"/>
          <a:stretch/>
        </p:blipFill>
        <p:spPr>
          <a:xfrm>
            <a:off x="9867900" y="276061"/>
            <a:ext cx="1695450" cy="438478"/>
          </a:xfrm>
          <a:prstGeom prst="rect">
            <a:avLst/>
          </a:prstGeom>
        </p:spPr>
      </p:pic>
      <p:sp>
        <p:nvSpPr>
          <p:cNvPr id="2" name="">
            <a:extLst>
              <a:ext uri="{FF2B5EF4-FFF2-40B4-BE49-F238E27FC236}">
                <ns2:creationId id="{F59ED990-7C91-47DE-B6FF-FD1484E9EE7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29</a:t>
            </a:r>
          </a:p>
        </p:txBody>
      </p:sp>
      <p:sp>
        <p:nvSpPr>
          <p:cNvPr id="3" name="Titulli">
            <a:extLst>
              <a:ext uri="{FF2B5EF4-FFF2-40B4-BE49-F238E27FC236}">
                <ns2:creationId id="{26408AEC-A0D6-4A44-A0F9-D0C8BC1357D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Free dhe PRO: zgjedhje sipas nevojës</a:t>
            </a:r>
          </a:p>
        </p:txBody>
      </p:sp>
      <p:sp>
        <p:nvSpPr>
          <p:cNvPr id="4" name="">
            <a:extLst>
              <a:ext uri="{FF2B5EF4-FFF2-40B4-BE49-F238E27FC236}">
                <ns2:creationId id="{60B55B24-89D6-4E5D-A9E8-E601C38C3855}"/>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q-AL">
                <a:solidFill>
                  <a:srgbClr val="153F36"/>
                </a:solidFill>
                <a:latin typeface="Arial"/>
                <a:ea typeface="Arial"/>
                <a:cs typeface="Arial"/>
              </a:rPr>
              <a:t>Free</a:t>
            </a:r>
          </a:p>
        </p:txBody>
      </p:sp>
      <p:sp>
        <p:nvSpPr>
          <p:cNvPr id="5" name="">
            <a:extLst>
              <a:ext uri="{FF2B5EF4-FFF2-40B4-BE49-F238E27FC236}">
                <ns2:creationId id="{43A95E34-CA37-48CF-8F92-03753AFC8E52}"/>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q-AL">
                <a:solidFill>
                  <a:srgbClr val="526B63"/>
                </a:solidFill>
                <a:latin typeface="Arial"/>
                <a:ea typeface="Arial"/>
                <a:cs typeface="Arial"/>
              </a:rPr>
              <a:t>Kartë personale dhe ndarje rekomandimesh.</a:t>
            </a:r>
          </a:p>
          <a:p>
            <a:r>
              <a:t/>
            </a:r>
          </a:p>
          <a:p>
            <a:pPr>
              <a:defRPr sz="2175" b="0">
                <a:solidFill>
                  <a:srgbClr val="526B63"/>
                </a:solidFill>
                <a:latin typeface="Arial"/>
                <a:ea typeface="Arial"/>
                <a:cs typeface="Arial"/>
              </a:defRPr>
            </a:pPr>
            <a:r>
              <a:rPr sz="2175" b="0" lang="sq-AL">
                <a:solidFill>
                  <a:srgbClr val="526B63"/>
                </a:solidFill>
                <a:latin typeface="Arial"/>
                <a:ea typeface="Arial"/>
                <a:cs typeface="Arial"/>
              </a:rPr>
              <a:t>Kontakte, biseda të dakorduara dhe detyra personale.</a:t>
            </a:r>
          </a:p>
        </p:txBody>
      </p:sp>
      <p:sp>
        <p:nvSpPr>
          <p:cNvPr id="6" name="">
            <a:extLst>
              <a:ext uri="{FF2B5EF4-FFF2-40B4-BE49-F238E27FC236}">
                <ns2:creationId id="{C4E1F5DC-0C3B-4C12-8156-1609B7C6E1B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q-AL">
                <a:solidFill>
                  <a:srgbClr val="153F36"/>
                </a:solidFill>
                <a:latin typeface="Arial"/>
                <a:ea typeface="Arial"/>
                <a:cs typeface="Arial"/>
              </a:rPr>
              <a:t>PRO</a:t>
            </a:r>
          </a:p>
        </p:txBody>
      </p:sp>
      <p:sp>
        <p:nvSpPr>
          <p:cNvPr id="7" name="">
            <a:extLst>
              <a:ext uri="{FF2B5EF4-FFF2-40B4-BE49-F238E27FC236}">
                <ns2:creationId id="{E86197AF-9652-4CFF-A13A-1751EB92289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q-AL">
                <a:solidFill>
                  <a:srgbClr val="526B63"/>
                </a:solidFill>
                <a:latin typeface="Arial"/>
                <a:ea typeface="Arial"/>
                <a:cs typeface="Arial"/>
              </a:rPr>
              <a:t>Coach personal dhe pamja e ekipit.</a:t>
            </a:r>
          </a:p>
          <a:p>
            <a:r>
              <a:t/>
            </a:r>
          </a:p>
          <a:p>
            <a:pPr>
              <a:defRPr sz="2175" b="0">
                <a:solidFill>
                  <a:srgbClr val="526B63"/>
                </a:solidFill>
                <a:latin typeface="Arial"/>
                <a:ea typeface="Arial"/>
                <a:cs typeface="Arial"/>
              </a:defRPr>
            </a:pPr>
            <a:r>
              <a:rPr sz="2175" b="0" lang="sq-AL">
                <a:solidFill>
                  <a:srgbClr val="526B63"/>
                </a:solidFill>
                <a:latin typeface="Arial"/>
                <a:ea typeface="Arial"/>
                <a:cs typeface="Arial"/>
              </a:rPr>
              <a:t>Webinaret e tua, ftesa me video dhe mjete shtesë.</a:t>
            </a:r>
          </a:p>
        </p:txBody>
      </p:sp>
      <p:sp>
        <p:nvSpPr>
          <p:cNvPr id="8" name="">
            <a:extLst>
              <a:ext uri="{FF2B5EF4-FFF2-40B4-BE49-F238E27FC236}">
                <ns2:creationId id="{9AC41453-B93F-4081-8A58-8F439FDBAE8E}"/>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PRO është paketë me pagesë. Përfitimet dhe çmimet aktuale shfaqen në FCC.</a:t>
            </a:r>
          </a:p>
        </p:txBody>
      </p:sp>
    </p:spTree>
    <p:extLst>
      <p:ext uri="{BB962C8B-B14F-4D97-AF65-F5344CB8AC3E}">
        <ns4:creationId val="1992491909"/>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A847E84-CE4C-4CC0-B070-58B987762D4A}"/>
              </a:ext>
            </a:extLst>
          </p:cNvPr>
          <p:cNvPicPr>
            <a:picLocks noChangeAspect="1"/>
          </p:cNvPicPr>
          <p:nvPr/>
        </p:nvPicPr>
        <p:blipFill>
          <a:blip r:embed="R90f9cc35fcf0450c"/>
          <a:stretch/>
        </p:blipFill>
        <p:spPr>
          <a:xfrm>
            <a:off x="9867900" y="276061"/>
            <a:ext cx="1695450" cy="438478"/>
          </a:xfrm>
          <a:prstGeom prst="rect">
            <a:avLst/>
          </a:prstGeom>
        </p:spPr>
      </p:pic>
      <p:sp>
        <p:nvSpPr>
          <p:cNvPr id="2" name="">
            <a:extLst>
              <a:ext uri="{FF2B5EF4-FFF2-40B4-BE49-F238E27FC236}">
                <ns2:creationId id="{3998E854-20B7-4D4D-825D-9507829847E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30</a:t>
            </a:r>
          </a:p>
        </p:txBody>
      </p:sp>
      <p:sp>
        <p:nvSpPr>
          <p:cNvPr id="3" name="Titulli">
            <a:extLst>
              <a:ext uri="{FF2B5EF4-FFF2-40B4-BE49-F238E27FC236}">
                <ns2:creationId id="{D7A61237-BA69-4EAE-BC4F-F276472E1BC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Pyetje për bisedën personale</a:t>
            </a:r>
          </a:p>
        </p:txBody>
      </p:sp>
      <p:sp>
        <p:nvSpPr>
          <p:cNvPr id="4" name="">
            <a:extLst>
              <a:ext uri="{FF2B5EF4-FFF2-40B4-BE49-F238E27FC236}">
                <ns2:creationId id="{2DF79649-6C2F-45FF-8E1E-2C06B3DFCAC7}"/>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1.</a:t>
            </a:r>
          </a:p>
        </p:txBody>
      </p:sp>
      <p:sp>
        <p:nvSpPr>
          <p:cNvPr id="5" name="">
            <a:extLst>
              <a:ext uri="{FF2B5EF4-FFF2-40B4-BE49-F238E27FC236}">
                <ns2:creationId id="{0B6DA76C-B943-432A-B447-BF9D222BC1C7}"/>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Cili fillim më përshtatet?</a:t>
            </a:r>
          </a:p>
        </p:txBody>
      </p:sp>
      <p:sp>
        <p:nvSpPr>
          <p:cNvPr id="6" name="">
            <a:extLst>
              <a:ext uri="{FF2B5EF4-FFF2-40B4-BE49-F238E27FC236}">
                <ns2:creationId id="{980D52DB-06F8-442B-9486-2B3594D0853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Përdorimi i produkteve ose bashkëpunimi në biznes.</a:t>
            </a:r>
          </a:p>
        </p:txBody>
      </p:sp>
      <p:sp>
        <p:nvSpPr>
          <p:cNvPr id="7" name="">
            <a:extLst>
              <a:ext uri="{FF2B5EF4-FFF2-40B4-BE49-F238E27FC236}">
                <ns2:creationId id="{756C80F1-00D4-47FA-A748-CF5C89E7CDA3}"/>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2.</a:t>
            </a:r>
          </a:p>
        </p:txBody>
      </p:sp>
      <p:sp>
        <p:nvSpPr>
          <p:cNvPr id="8" name="">
            <a:extLst>
              <a:ext uri="{FF2B5EF4-FFF2-40B4-BE49-F238E27FC236}">
                <ns2:creationId id="{57DE507B-F306-4302-BC81-A9F642343139}"/>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Sa kohë mund të ndaj?</a:t>
            </a:r>
          </a:p>
        </p:txBody>
      </p:sp>
      <p:sp>
        <p:nvSpPr>
          <p:cNvPr id="9" name="">
            <a:extLst>
              <a:ext uri="{FF2B5EF4-FFF2-40B4-BE49-F238E27FC236}">
                <ns2:creationId id="{F22B9F41-26A8-4FA6-8538-9DB9DA3162CF}"/>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Marrëveshje për ritëm realist dhe hapa të disponueshëm.</a:t>
            </a:r>
          </a:p>
        </p:txBody>
      </p:sp>
      <p:sp>
        <p:nvSpPr>
          <p:cNvPr id="10" name="">
            <a:extLst>
              <a:ext uri="{FF2B5EF4-FFF2-40B4-BE49-F238E27FC236}">
                <ns2:creationId id="{3AEF13F9-FCAD-4E39-9580-49296A61F38E}"/>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3.</a:t>
            </a:r>
          </a:p>
        </p:txBody>
      </p:sp>
      <p:sp>
        <p:nvSpPr>
          <p:cNvPr id="11" name="">
            <a:extLst>
              <a:ext uri="{FF2B5EF4-FFF2-40B4-BE49-F238E27FC236}">
                <ns2:creationId id="{79B1BB93-4440-41B9-A6A6-361B1780F78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Cilat kosto duhet të verifikoj?</a:t>
            </a:r>
          </a:p>
        </p:txBody>
      </p:sp>
      <p:sp>
        <p:nvSpPr>
          <p:cNvPr id="12" name="">
            <a:extLst>
              <a:ext uri="{FF2B5EF4-FFF2-40B4-BE49-F238E27FC236}">
                <ns2:creationId id="{0D214BC7-68F9-4224-B971-EF7B21F274B6}"/>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Produktet, biznesi dhe paketa e mundshme FCC PRO.</a:t>
            </a:r>
          </a:p>
        </p:txBody>
      </p:sp>
      <p:sp>
        <p:nvSpPr>
          <p:cNvPr id="13" name="">
            <a:extLst>
              <a:ext uri="{FF2B5EF4-FFF2-40B4-BE49-F238E27FC236}">
                <ns2:creationId id="{BAA6452F-3A8A-4DDB-8B39-8563C5F5DEAC}"/>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q-AL">
                <a:solidFill>
                  <a:srgbClr val="148977"/>
                </a:solidFill>
                <a:latin typeface="Arial"/>
                <a:ea typeface="Arial"/>
                <a:cs typeface="Arial"/>
              </a:rPr>
              <a:t>4.</a:t>
            </a:r>
          </a:p>
        </p:txBody>
      </p:sp>
      <p:sp>
        <p:nvSpPr>
          <p:cNvPr id="14" name="">
            <a:extLst>
              <a:ext uri="{FF2B5EF4-FFF2-40B4-BE49-F238E27FC236}">
                <ns2:creationId id="{771B1C17-3F7C-4F88-85D9-5C27843AEC35}"/>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q-AL">
                <a:solidFill>
                  <a:srgbClr val="153F36"/>
                </a:solidFill>
                <a:latin typeface="Arial"/>
                <a:ea typeface="Arial"/>
                <a:cs typeface="Arial"/>
              </a:rPr>
              <a:t>Ku marr ndihmë?</a:t>
            </a:r>
          </a:p>
        </p:txBody>
      </p:sp>
      <p:sp>
        <p:nvSpPr>
          <p:cNvPr id="15" name="">
            <a:extLst>
              <a:ext uri="{FF2B5EF4-FFF2-40B4-BE49-F238E27FC236}">
                <ns2:creationId id="{E15C9F73-FB10-4547-9706-D38095AA7206}"/>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Sponsori, ekipi, edukimi dhe mbështetja FCC.</a:t>
            </a:r>
          </a:p>
        </p:txBody>
      </p:sp>
    </p:spTree>
    <p:extLst>
      <p:ext uri="{BB962C8B-B14F-4D97-AF65-F5344CB8AC3E}">
        <ns4:creationId val="65287420"/>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F7198C6-2DE8-43DF-B1EF-D88A1974C6C5}"/>
              </a:ext>
            </a:extLst>
          </p:cNvPr>
          <p:cNvPicPr>
            <a:picLocks noChangeAspect="1"/>
          </p:cNvPicPr>
          <p:nvPr/>
        </p:nvPicPr>
        <p:blipFill>
          <a:blip r:embed="R83eb3923d8184bad"/>
          <a:stretch/>
        </p:blipFill>
        <p:spPr>
          <a:xfrm>
            <a:off x="9867900" y="276061"/>
            <a:ext cx="1695450" cy="438478"/>
          </a:xfrm>
          <a:prstGeom prst="rect">
            <a:avLst/>
          </a:prstGeom>
        </p:spPr>
      </p:pic>
      <p:sp>
        <p:nvSpPr>
          <p:cNvPr id="2" name="">
            <a:extLst>
              <a:ext uri="{FF2B5EF4-FFF2-40B4-BE49-F238E27FC236}">
                <ns2:creationId id="{1A09478C-BF47-4F20-BD76-F045C9D915C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31</a:t>
            </a:r>
          </a:p>
        </p:txBody>
      </p:sp>
      <p:sp>
        <p:nvSpPr>
          <p:cNvPr id="3" name="Titulli">
            <a:extLst>
              <a:ext uri="{FF2B5EF4-FFF2-40B4-BE49-F238E27FC236}">
                <ns2:creationId id="{7D02396B-C2D6-47CB-AB7E-1597B626F1F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Hapi tjetër pas webinarit</a:t>
            </a:r>
          </a:p>
        </p:txBody>
      </p:sp>
      <p:sp>
        <p:nvSpPr>
          <p:cNvPr id="4" name="">
            <a:extLst>
              <a:ext uri="{FF2B5EF4-FFF2-40B4-BE49-F238E27FC236}">
                <ns2:creationId id="{10FB5614-1D74-41FB-BD52-AAD704F16FB3}"/>
              </a:ext>
            </a:extLst>
          </p:cNvPr>
          <p:cNvSpPr>
            <a:spLocks noGrp="1"/>
          </p:cNvSpPr>
          <p:nvPr/>
        </p:nvSpPr>
        <p:spPr>
          <a:xfrm>
            <a:off x="609600" y="2171700"/>
            <a:ext cx="10401300" cy="1514475"/>
          </a:xfrm>
          <a:prstGeom prst="rect">
            <a:avLst/>
          </a:prstGeom>
          <a:noFill/>
          <a:ln w="0">
            <a:noFill/>
          </a:ln>
        </p:spPr>
        <p:txBody>
          <a:bodyPr wrap="square" lIns="0" tIns="0" rIns="0" bIns="0" anchor="t">
            <a:noAutofit/>
          </a:bodyPr>
          <a:lstStyle>
            <a:defPPr>
              <a:defRPr sz="4425" b="1">
                <a:solidFill>
                  <a:srgbClr val="153F36"/>
                </a:solidFill>
                <a:latin typeface="Arial"/>
                <a:ea typeface="Arial"/>
                <a:cs typeface="Arial"/>
              </a:defRPr>
            </a:defPPr>
          </a:lstStyle>
          <a:p>
            <a:pPr>
              <a:defRPr sz="4425" b="1">
                <a:solidFill>
                  <a:srgbClr val="153F36"/>
                </a:solidFill>
                <a:latin typeface="Arial"/>
                <a:ea typeface="Arial"/>
                <a:cs typeface="Arial"/>
              </a:defRPr>
            </a:pPr>
            <a:r>
              <a:rPr sz="4425" b="1" lang="sq-AL">
                <a:solidFill>
                  <a:srgbClr val="153F36"/>
                </a:solidFill>
                <a:latin typeface="Arial"/>
                <a:ea typeface="Arial"/>
                <a:cs typeface="Arial"/>
              </a:rPr>
              <a:t>Bisedë me personin</a:t>
            </a:r>
          </a:p>
          <a:p>
            <a:pPr>
              <a:defRPr sz="4425" b="1">
                <a:solidFill>
                  <a:srgbClr val="153F36"/>
                </a:solidFill>
                <a:latin typeface="Arial"/>
                <a:ea typeface="Arial"/>
                <a:cs typeface="Arial"/>
              </a:defRPr>
            </a:pPr>
            <a:r>
              <a:rPr sz="4425" b="1" lang="sq-AL">
                <a:solidFill>
                  <a:srgbClr val="153F36"/>
                </a:solidFill>
                <a:latin typeface="Arial"/>
                <a:ea typeface="Arial"/>
                <a:cs typeface="Arial"/>
              </a:rPr>
              <a:t>që ju ka ftuar</a:t>
            </a:r>
          </a:p>
        </p:txBody>
      </p:sp>
      <p:sp>
        <p:nvSpPr>
          <p:cNvPr id="5" name="">
            <a:extLst>
              <a:ext uri="{FF2B5EF4-FFF2-40B4-BE49-F238E27FC236}">
                <ns2:creationId id="{138D5422-BFFA-4FC8-B03E-A2E56FC32628}"/>
              </a:ext>
            </a:extLst>
          </p:cNvPr>
          <p:cNvSpPr>
            <a:spLocks noGrp="1"/>
          </p:cNvSpPr>
          <p:nvPr/>
        </p:nvSpPr>
        <p:spPr>
          <a:xfrm>
            <a:off x="609600" y="4181475"/>
            <a:ext cx="9763125" cy="118110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sq-AL">
                <a:solidFill>
                  <a:srgbClr val="526B63"/>
                </a:solidFill>
                <a:latin typeface="Arial"/>
                <a:ea typeface="Arial"/>
                <a:cs typeface="Arial"/>
              </a:rPr>
              <a:t>Thoni çfarë ju intereson, çfarë dëshironi të sqaroni më tej dhe sa kohë dëshironi të ndani.</a:t>
            </a:r>
          </a:p>
        </p:txBody>
      </p:sp>
      <p:sp>
        <p:nvSpPr>
          <p:cNvPr id="6" name="">
            <a:extLst>
              <a:ext uri="{FF2B5EF4-FFF2-40B4-BE49-F238E27FC236}">
                <ns2:creationId id="{7F5EB97C-EEF2-4CDA-AB3D-386B3AC6E2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Dakordoni një veprim konkret dhe një datë për vazhdimin e bisedës.</a:t>
            </a:r>
          </a:p>
        </p:txBody>
      </p:sp>
    </p:spTree>
    <p:extLst>
      <p:ext uri="{BB962C8B-B14F-4D97-AF65-F5344CB8AC3E}">
        <ns4:creationId val="1646637869"/>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4" name="">
            <a:extLst>
              <a:ext uri="{FF2B5EF4-FFF2-40B4-BE49-F238E27FC236}">
                <ns2:creationId id="{DE1B7833-FA5B-4202-9F43-6A55485BA4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q-AL">
                <a:solidFill>
                  <a:srgbClr val="D4E8DD"/>
                </a:solidFill>
                <a:latin typeface="Arial"/>
                <a:ea typeface="Arial"/>
                <a:cs typeface="Arial"/>
              </a:rPr>
              <a:t>32</a:t>
            </a:r>
          </a:p>
        </p:txBody>
      </p:sp>
      <p:sp>
        <p:nvSpPr>
          <p:cNvPr id="2" name="">
            <a:extLst>
              <a:ext uri="{FF2B5EF4-FFF2-40B4-BE49-F238E27FC236}">
                <ns2:creationId id="{48673BED-A37E-4BEC-B045-8AE20E7E660B}"/>
              </a:ext>
            </a:extLst>
          </p:cNvPr>
          <p:cNvSpPr>
            <a:spLocks noGrp="1"/>
          </p:cNvSpPr>
          <p:nvPr/>
        </p:nvSpPr>
        <p:spPr>
          <a:xfrm>
            <a:off x="609600" y="1609725"/>
            <a:ext cx="10734675" cy="2047875"/>
          </a:xfrm>
          <a:prstGeom prst="rect">
            <a:avLst/>
          </a:prstGeom>
          <a:noFill/>
          <a:ln w="0">
            <a:noFill/>
          </a:ln>
        </p:spPr>
        <p:txBody>
          <a:bodyPr wrap="square" lIns="0" tIns="0" rIns="0" bIns="0" anchor="t">
            <a:noAutofit/>
          </a:bodyPr>
          <a:lstStyle>
            <a:defPPr>
              <a:defRPr sz="5100" b="1">
                <a:solidFill>
                  <a:srgbClr val="FFFFFF"/>
                </a:solidFill>
                <a:latin typeface="Arial"/>
                <a:ea typeface="Arial"/>
                <a:cs typeface="Arial"/>
              </a:defRPr>
            </a:defPPr>
          </a:lstStyle>
          <a:p>
            <a:pPr>
              <a:defRPr sz="5100" b="1">
                <a:solidFill>
                  <a:srgbClr val="FFFFFF"/>
                </a:solidFill>
                <a:latin typeface="Arial"/>
                <a:ea typeface="Arial"/>
                <a:cs typeface="Arial"/>
              </a:defRPr>
            </a:pPr>
            <a:r>
              <a:rPr sz="5100" b="1" lang="sq-AL">
                <a:solidFill>
                  <a:srgbClr val="FFFFFF"/>
                </a:solidFill>
                <a:latin typeface="Arial"/>
                <a:ea typeface="Arial"/>
                <a:cs typeface="Arial"/>
              </a:rPr>
              <a:t>Fillimi juaj</a:t>
            </a:r>
          </a:p>
          <a:p>
            <a:pPr>
              <a:defRPr sz="5100" b="1">
                <a:solidFill>
                  <a:srgbClr val="FFFFFF"/>
                </a:solidFill>
                <a:latin typeface="Arial"/>
                <a:ea typeface="Arial"/>
                <a:cs typeface="Arial"/>
              </a:defRPr>
            </a:pPr>
            <a:r>
              <a:rPr sz="5100" b="1" lang="sq-AL">
                <a:solidFill>
                  <a:srgbClr val="FFFFFF"/>
                </a:solidFill>
                <a:latin typeface="Arial"/>
                <a:ea typeface="Arial"/>
                <a:cs typeface="Arial"/>
              </a:rPr>
              <a:t>mund të jetë i thjeshtë</a:t>
            </a:r>
          </a:p>
        </p:txBody>
      </p:sp>
      <p:sp>
        <p:nvSpPr>
          <p:cNvPr id="3" name="">
            <a:extLst>
              <a:ext uri="{FF2B5EF4-FFF2-40B4-BE49-F238E27FC236}">
                <ns2:creationId id="{441CDA0A-7E8B-43A7-86BF-23F4BF9B0BE0}"/>
              </a:ext>
            </a:extLst>
          </p:cNvPr>
          <p:cNvSpPr>
            <a:spLocks noGrp="1"/>
          </p:cNvSpPr>
          <p:nvPr/>
        </p:nvSpPr>
        <p:spPr>
          <a:xfrm>
            <a:off x="609600" y="4210050"/>
            <a:ext cx="9820275" cy="1638300"/>
          </a:xfrm>
          <a:prstGeom prst="rect">
            <a:avLst/>
          </a:prstGeom>
          <a:noFill/>
          <a:ln w="0">
            <a:noFill/>
          </a:ln>
        </p:spPr>
        <p:txBody>
          <a:bodyPr wrap="square" lIns="0" tIns="0" rIns="0" bIns="0" anchor="t">
            <a:noAutofit/>
          </a:bodyPr>
          <a:lstStyle>
            <a:defPPr>
              <a:defRPr sz="2925" b="0">
                <a:solidFill>
                  <a:srgbClr val="D4E8DD"/>
                </a:solidFill>
                <a:latin typeface="Arial"/>
                <a:ea typeface="Arial"/>
                <a:cs typeface="Arial"/>
              </a:defRPr>
            </a:defPPr>
          </a:lstStyle>
          <a:p>
            <a:pPr>
              <a:defRPr sz="2925" b="0">
                <a:solidFill>
                  <a:srgbClr val="D4E8DD"/>
                </a:solidFill>
                <a:latin typeface="Arial"/>
                <a:ea typeface="Arial"/>
                <a:cs typeface="Arial"/>
              </a:defRPr>
            </a:pPr>
            <a:r>
              <a:rPr sz="2925" b="0" lang="sq-AL">
                <a:solidFill>
                  <a:srgbClr val="D4E8DD"/>
                </a:solidFill>
                <a:latin typeface="Arial"/>
                <a:ea typeface="Arial"/>
                <a:cs typeface="Arial"/>
              </a:rPr>
              <a:t>Një bisedë.</a:t>
            </a:r>
          </a:p>
          <a:p>
            <a:pPr>
              <a:defRPr sz="2925" b="0">
                <a:solidFill>
                  <a:srgbClr val="D4E8DD"/>
                </a:solidFill>
                <a:latin typeface="Arial"/>
                <a:ea typeface="Arial"/>
                <a:cs typeface="Arial"/>
              </a:defRPr>
            </a:pPr>
            <a:r>
              <a:rPr sz="2925" b="0" lang="sq-AL">
                <a:solidFill>
                  <a:srgbClr val="D4E8DD"/>
                </a:solidFill>
                <a:latin typeface="Arial"/>
                <a:ea typeface="Arial"/>
                <a:cs typeface="Arial"/>
              </a:rPr>
              <a:t>Një vendim i qartë.</a:t>
            </a:r>
          </a:p>
          <a:p>
            <a:pPr>
              <a:defRPr sz="2925" b="0">
                <a:solidFill>
                  <a:srgbClr val="D4E8DD"/>
                </a:solidFill>
                <a:latin typeface="Arial"/>
                <a:ea typeface="Arial"/>
                <a:cs typeface="Arial"/>
              </a:defRPr>
            </a:pPr>
            <a:r>
              <a:rPr sz="2925" b="0" lang="sq-AL">
                <a:solidFill>
                  <a:srgbClr val="D4E8DD"/>
                </a:solidFill>
                <a:latin typeface="Arial"/>
                <a:ea typeface="Arial"/>
                <a:cs typeface="Arial"/>
              </a:rPr>
              <a:t>Një hap tjetër i dakorduar.</a:t>
            </a:r>
          </a:p>
        </p:txBody>
      </p:sp>
    </p:spTree>
    <p:extLst>
      <p:ext uri="{BB962C8B-B14F-4D97-AF65-F5344CB8AC3E}">
        <ns3:creationId val="2036074544"/>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919AC765-DEBD-459C-8A3F-7848B2BF249B}"/>
              </a:ext>
            </a:extLst>
          </p:cNvPr>
          <p:cNvPicPr>
            <a:picLocks noChangeAspect="1"/>
          </p:cNvPicPr>
          <p:nvPr/>
        </p:nvPicPr>
        <p:blipFill>
          <a:blip r:embed="R36ae438961544b63"/>
          <a:stretch/>
        </p:blipFill>
        <p:spPr>
          <a:xfrm>
            <a:off x="9867900" y="276061"/>
            <a:ext cx="1695450" cy="438478"/>
          </a:xfrm>
          <a:prstGeom prst="rect">
            <a:avLst/>
          </a:prstGeom>
        </p:spPr>
      </p:pic>
      <p:sp>
        <p:nvSpPr>
          <p:cNvPr id="2" name="">
            <a:extLst>
              <a:ext uri="{FF2B5EF4-FFF2-40B4-BE49-F238E27FC236}">
                <ns2:creationId id="{C776E80E-1314-42F9-9BAB-2C2CE53DC49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33</a:t>
            </a:r>
          </a:p>
        </p:txBody>
      </p:sp>
      <p:sp>
        <p:nvSpPr>
          <p:cNvPr id="3" name="Titulli">
            <a:extLst>
              <a:ext uri="{FF2B5EF4-FFF2-40B4-BE49-F238E27FC236}">
                <ns2:creationId id="{FDBD1ABF-94B5-497A-B205-2296ED44BDD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Shtojcë: bonuset personale</a:t>
            </a:r>
          </a:p>
        </p:txBody>
      </p:sp>
      <p:graphicFrame>
        <p:nvGraphicFramePr>
          <p:cNvPr id="4" name="">
            <a:extLst>
              <a:ext uri="{FF2B5EF4-FFF2-40B4-BE49-F238E27FC236}">
                <ns2:creationId id="{1052CBF9-BCC3-48FB-82FB-2DD99DE0DD52}"/>
              </a:ext>
            </a:extLst>
          </p:cNvPr>
          <p:cNvGraphicFramePr/>
          <p:nvPr/>
        </p:nvGraphicFramePr>
        <p:xfrm>
          <a:off x="609600" y="2114550"/>
          <a:ext cx="10953750" cy="3133725"/>
        </p:xfrm>
        <a:graphic>
          <a:graphicData uri="http://schemas.openxmlformats.org/drawingml/2006/table">
            <a:tbl>
              <a:tblPr/>
              <a:tblGrid>
                <a:gridCol w="5905500"/>
                <a:gridCol w="5048250"/>
              </a:tblGrid>
              <a:tr h="626745">
                <a:tc>
                  <a:txBody>
                    <a:bodyPr lIns="152400" tIns="133350" rIns="152400" bIns="114300">
                      <a:noAutofit/>
                    </a:bodyPr>
                    <a:lstStyle/>
                    <a:p>
                      <a:r>
                        <a:rPr sz="2100" b="1" lang="sq-AL">
                          <a:solidFill>
                            <a:srgbClr val="FFFFFF"/>
                          </a:solidFill>
                          <a:latin typeface="Arial"/>
                          <a:ea typeface="Arial"/>
                          <a:cs typeface="Arial"/>
                        </a:rPr>
                        <a:t>Niveli</a:t>
                      </a:r>
                    </a:p>
                  </a:txBody>
                  <a:tcPr marL="91440" marR="91440" marT="45720" marB="45720">
                    <a:solidFill>
                      <a:srgbClr val="153F36"/>
                    </a:solidFill>
                  </a:tcPr>
                </a:tc>
                <a:tc>
                  <a:txBody>
                    <a:bodyPr lIns="152400" tIns="133350" rIns="152400" bIns="114300">
                      <a:noAutofit/>
                    </a:bodyPr>
                    <a:lstStyle/>
                    <a:p>
                      <a:r>
                        <a:rPr sz="2100" b="1" lang="sq-AL">
                          <a:solidFill>
                            <a:srgbClr val="FFFFFF"/>
                          </a:solidFill>
                          <a:latin typeface="Arial"/>
                          <a:ea typeface="Arial"/>
                          <a:cs typeface="Arial"/>
                        </a:rPr>
                        <a:t>Bonusi personal sipas kushteve</a:t>
                      </a:r>
                    </a:p>
                  </a:txBody>
                  <a:tcPr marL="91440" marR="91440" marT="45720" marB="45720">
                    <a:solidFill>
                      <a:srgbClr val="153F36"/>
                    </a:solidFill>
                  </a:tcPr>
                </a:tc>
              </a:tr>
              <a:tr h="626745">
                <a:tc>
                  <a:txBody>
                    <a:bodyPr lIns="152400" tIns="133350" rIns="152400" bIns="114300">
                      <a:noAutofit/>
                    </a:bodyPr>
                    <a:lstStyle/>
                    <a:p>
                      <a:r>
                        <a:rPr sz="2100" b="0" lang="sq-AL">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100" b="0" lang="sq-AL">
                          <a:solidFill>
                            <a:srgbClr val="153F36"/>
                          </a:solidFill>
                          <a:latin typeface="Arial"/>
                          <a:ea typeface="Arial"/>
                          <a:cs typeface="Arial"/>
                        </a:rPr>
                        <a:t>5%</a:t>
                      </a:r>
                    </a:p>
                  </a:txBody>
                  <a:tcPr marL="91440" marR="91440" marT="45720" marB="45720">
                    <a:solidFill>
                      <a:srgbClr val="FFFFFF"/>
                    </a:solidFill>
                  </a:tcPr>
                </a:tc>
              </a:tr>
              <a:tr h="626745">
                <a:tc>
                  <a:txBody>
                    <a:bodyPr lIns="152400" tIns="133350" rIns="152400" bIns="114300">
                      <a:noAutofit/>
                    </a:bodyPr>
                    <a:lstStyle/>
                    <a:p>
                      <a:r>
                        <a:rPr sz="2100" b="0" lang="sq-AL">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100" b="0" lang="sq-AL">
                          <a:solidFill>
                            <a:srgbClr val="153F36"/>
                          </a:solidFill>
                          <a:latin typeface="Arial"/>
                          <a:ea typeface="Arial"/>
                          <a:cs typeface="Arial"/>
                        </a:rPr>
                        <a:t>8%</a:t>
                      </a:r>
                    </a:p>
                  </a:txBody>
                  <a:tcPr marL="91440" marR="91440" marT="45720" marB="45720">
                    <a:solidFill>
                      <a:srgbClr val="F3F7F2"/>
                    </a:solidFill>
                  </a:tcPr>
                </a:tc>
              </a:tr>
              <a:tr h="626745">
                <a:tc>
                  <a:txBody>
                    <a:bodyPr lIns="152400" tIns="133350" rIns="152400" bIns="114300">
                      <a:noAutofit/>
                    </a:bodyPr>
                    <a:lstStyle/>
                    <a:p>
                      <a:r>
                        <a:rPr sz="2100" b="0" lang="sq-AL">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100" b="0" lang="sq-AL">
                          <a:solidFill>
                            <a:srgbClr val="153F36"/>
                          </a:solidFill>
                          <a:latin typeface="Arial"/>
                          <a:ea typeface="Arial"/>
                          <a:cs typeface="Arial"/>
                        </a:rPr>
                        <a:t>13%</a:t>
                      </a:r>
                    </a:p>
                  </a:txBody>
                  <a:tcPr marL="91440" marR="91440" marT="45720" marB="45720">
                    <a:solidFill>
                      <a:srgbClr val="FFFFFF"/>
                    </a:solidFill>
                  </a:tcPr>
                </a:tc>
              </a:tr>
              <a:tr h="626745">
                <a:tc>
                  <a:txBody>
                    <a:bodyPr lIns="152400" tIns="133350" rIns="152400" bIns="114300">
                      <a:noAutofit/>
                    </a:bodyPr>
                    <a:lstStyle/>
                    <a:p>
                      <a:r>
                        <a:rPr sz="2100" b="0" lang="sq-AL">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100" b="0" lang="sq-AL">
                          <a:solidFill>
                            <a:srgbClr val="153F36"/>
                          </a:solidFill>
                          <a:latin typeface="Arial"/>
                          <a:ea typeface="Arial"/>
                          <a:cs typeface="Arial"/>
                        </a:rPr>
                        <a:t>18%</a:t>
                      </a:r>
                    </a:p>
                  </a:txBody>
                  <a:tcPr marL="91440" marR="91440" marT="45720" marB="45720">
                    <a:solidFill>
                      <a:srgbClr val="F3F7F2"/>
                    </a:solidFill>
                  </a:tcPr>
                </a:tc>
              </a:tr>
            </a:tbl>
          </a:graphicData>
        </a:graphic>
      </p:graphicFrame>
      <p:sp>
        <p:nvSpPr>
          <p:cNvPr id="5" name="">
            <a:extLst>
              <a:ext uri="{FF2B5EF4-FFF2-40B4-BE49-F238E27FC236}">
                <ns2:creationId id="{1E561589-9528-4BA8-A2CF-2393305A4FE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Volume bonus: nga 3% deri në 13%. Leadership: 6%, 3%, 2%, me kushte shtesë.</a:t>
            </a:r>
          </a:p>
        </p:txBody>
      </p:sp>
    </p:spTree>
    <p:extLst>
      <p:ext uri="{BB962C8B-B14F-4D97-AF65-F5344CB8AC3E}">
        <ns4:creationId val="515602699"/>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281D3A7B-CCA2-4A99-B091-81AFBE2930EC}"/>
              </a:ext>
            </a:extLst>
          </p:cNvPr>
          <p:cNvPicPr>
            <a:picLocks noChangeAspect="1"/>
          </p:cNvPicPr>
          <p:nvPr/>
        </p:nvPicPr>
        <p:blipFill>
          <a:blip r:embed="R9c5ed023181f4870"/>
          <a:stretch/>
        </p:blipFill>
        <p:spPr>
          <a:xfrm>
            <a:off x="9867900" y="276061"/>
            <a:ext cx="1695450" cy="438478"/>
          </a:xfrm>
          <a:prstGeom prst="rect">
            <a:avLst/>
          </a:prstGeom>
        </p:spPr>
      </p:pic>
      <p:sp>
        <p:nvSpPr>
          <p:cNvPr id="2" name="">
            <a:extLst>
              <a:ext uri="{FF2B5EF4-FFF2-40B4-BE49-F238E27FC236}">
                <ns2:creationId id="{FDD79E68-255C-4685-B243-6F1616C2F4F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34</a:t>
            </a:r>
          </a:p>
        </p:txBody>
      </p:sp>
      <p:sp>
        <p:nvSpPr>
          <p:cNvPr id="3" name="Titulli">
            <a:extLst>
              <a:ext uri="{FF2B5EF4-FFF2-40B4-BE49-F238E27FC236}">
                <ns2:creationId id="{780CCEFC-9D8C-49DA-9FD7-987C98FE870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Shtojcë: Forever2Drive</a:t>
            </a:r>
          </a:p>
        </p:txBody>
      </p:sp>
      <p:graphicFrame>
        <p:nvGraphicFramePr>
          <p:cNvPr id="4" name="">
            <a:extLst>
              <a:ext uri="{FF2B5EF4-FFF2-40B4-BE49-F238E27FC236}">
                <ns2:creationId id="{7E2485A5-066A-4AE2-AF1F-F24B4FA08B35}"/>
              </a:ext>
            </a:extLst>
          </p:cNvPr>
          <p:cNvGraphicFramePr/>
          <p:nvPr/>
        </p:nvGraphicFramePr>
        <p:xfrm>
          <a:off x="609600" y="2114550"/>
          <a:ext cx="10953750" cy="2647950"/>
        </p:xfrm>
        <a:graphic>
          <a:graphicData uri="http://schemas.openxmlformats.org/drawingml/2006/table">
            <a:tbl>
              <a:tblPr/>
              <a:tblGrid>
                <a:gridCol w="1238250"/>
                <a:gridCol w="2047875"/>
                <a:gridCol w="2047875"/>
                <a:gridCol w="2047875"/>
                <a:gridCol w="3571875"/>
              </a:tblGrid>
              <a:tr h="661988">
                <a:tc>
                  <a:txBody>
                    <a:bodyPr lIns="152400" tIns="133350" rIns="152400" bIns="114300">
                      <a:noAutofit/>
                    </a:bodyPr>
                    <a:lstStyle/>
                    <a:p>
                      <a:r>
                        <a:rPr sz="2025" b="1" lang="sq-AL">
                          <a:solidFill>
                            <a:srgbClr val="FFFFFF"/>
                          </a:solidFill>
                          <a:latin typeface="Arial"/>
                          <a:ea typeface="Arial"/>
                          <a:cs typeface="Arial"/>
                        </a:rPr>
                        <a:t>Niveli</a:t>
                      </a:r>
                    </a:p>
                  </a:txBody>
                  <a:tcPr marL="91440" marR="91440" marT="45720" marB="45720">
                    <a:solidFill>
                      <a:srgbClr val="153F36"/>
                    </a:solidFill>
                  </a:tcPr>
                </a:tc>
                <a:tc>
                  <a:txBody>
                    <a:bodyPr lIns="152400" tIns="133350" rIns="152400" bIns="114300">
                      <a:noAutofit/>
                    </a:bodyPr>
                    <a:lstStyle/>
                    <a:p>
                      <a:r>
                        <a:rPr sz="2025" b="1" lang="sq-AL">
                          <a:solidFill>
                            <a:srgbClr val="FFFFFF"/>
                          </a:solidFill>
                          <a:latin typeface="Arial"/>
                          <a:ea typeface="Arial"/>
                          <a:cs typeface="Arial"/>
                        </a:rPr>
                        <a:t>Muaji 1</a:t>
                      </a:r>
                    </a:p>
                  </a:txBody>
                  <a:tcPr marL="91440" marR="91440" marT="45720" marB="45720">
                    <a:solidFill>
                      <a:srgbClr val="153F36"/>
                    </a:solidFill>
                  </a:tcPr>
                </a:tc>
                <a:tc>
                  <a:txBody>
                    <a:bodyPr lIns="152400" tIns="133350" rIns="152400" bIns="114300">
                      <a:noAutofit/>
                    </a:bodyPr>
                    <a:lstStyle/>
                    <a:p>
                      <a:r>
                        <a:rPr sz="2025" b="1" lang="sq-AL">
                          <a:solidFill>
                            <a:srgbClr val="FFFFFF"/>
                          </a:solidFill>
                          <a:latin typeface="Arial"/>
                          <a:ea typeface="Arial"/>
                          <a:cs typeface="Arial"/>
                        </a:rPr>
                        <a:t>Muaji 2</a:t>
                      </a:r>
                    </a:p>
                  </a:txBody>
                  <a:tcPr marL="91440" marR="91440" marT="45720" marB="45720">
                    <a:solidFill>
                      <a:srgbClr val="153F36"/>
                    </a:solidFill>
                  </a:tcPr>
                </a:tc>
                <a:tc>
                  <a:txBody>
                    <a:bodyPr lIns="152400" tIns="133350" rIns="152400" bIns="114300">
                      <a:noAutofit/>
                    </a:bodyPr>
                    <a:lstStyle/>
                    <a:p>
                      <a:r>
                        <a:rPr sz="2025" b="1" lang="sq-AL">
                          <a:solidFill>
                            <a:srgbClr val="FFFFFF"/>
                          </a:solidFill>
                          <a:latin typeface="Arial"/>
                          <a:ea typeface="Arial"/>
                          <a:cs typeface="Arial"/>
                        </a:rPr>
                        <a:t>Muaji 3</a:t>
                      </a:r>
                    </a:p>
                  </a:txBody>
                  <a:tcPr marL="91440" marR="91440" marT="45720" marB="45720">
                    <a:solidFill>
                      <a:srgbClr val="153F36"/>
                    </a:solidFill>
                  </a:tcPr>
                </a:tc>
                <a:tc>
                  <a:txBody>
                    <a:bodyPr lIns="152400" tIns="133350" rIns="152400" bIns="114300">
                      <a:noAutofit/>
                    </a:bodyPr>
                    <a:lstStyle/>
                    <a:p>
                      <a:r>
                        <a:rPr sz="2025" b="1" lang="sq-AL">
                          <a:solidFill>
                            <a:srgbClr val="FFFFFF"/>
                          </a:solidFill>
                          <a:latin typeface="Arial"/>
                          <a:ea typeface="Arial"/>
                          <a:cs typeface="Arial"/>
                        </a:rPr>
                        <a:t>Maksimumi mujor</a:t>
                      </a:r>
                    </a:p>
                  </a:txBody>
                  <a:tcPr marL="91440" marR="91440" marT="45720" marB="45720">
                    <a:solidFill>
                      <a:srgbClr val="153F36"/>
                    </a:solidFill>
                  </a:tcPr>
                </a:tc>
              </a:tr>
              <a:tr h="661988">
                <a:tc>
                  <a:txBody>
                    <a:bodyPr lIns="152400" tIns="133350" rIns="152400" bIns="114300">
                      <a:noAutofit/>
                    </a:bodyPr>
                    <a:lstStyle/>
                    <a:p>
                      <a:r>
                        <a:rPr sz="2025" b="0" lang="sq-AL">
                          <a:solidFill>
                            <a:srgbClr val="153F36"/>
                          </a:solidFill>
                          <a:latin typeface="Arial"/>
                          <a:ea typeface="Arial"/>
                          <a:cs typeface="Arial"/>
                        </a:rPr>
                        <a:t>1</a:t>
                      </a:r>
                    </a:p>
                  </a:txBody>
                  <a:tcPr marL="91440" marR="91440" marT="45720" marB="45720">
                    <a:solidFill>
                      <a:srgbClr val="FFFFFF"/>
                    </a:solidFill>
                  </a:tcPr>
                </a:tc>
                <a:tc>
                  <a:txBody>
                    <a:bodyPr lIns="152400" tIns="133350" rIns="152400" bIns="114300">
                      <a:noAutofit/>
                    </a:bodyPr>
                    <a:lstStyle/>
                    <a:p>
                      <a:r>
                        <a:rPr sz="2025" b="0" lang="sq-AL">
                          <a:solidFill>
                            <a:srgbClr val="153F36"/>
                          </a:solidFill>
                          <a:latin typeface="Arial"/>
                          <a:ea typeface="Arial"/>
                          <a:cs typeface="Arial"/>
                        </a:rPr>
                        <a:t>50 CC</a:t>
                      </a:r>
                    </a:p>
                  </a:txBody>
                  <a:tcPr marL="91440" marR="91440" marT="45720" marB="45720">
                    <a:solidFill>
                      <a:srgbClr val="FFFFFF"/>
                    </a:solidFill>
                  </a:tcPr>
                </a:tc>
                <a:tc>
                  <a:txBody>
                    <a:bodyPr lIns="152400" tIns="133350" rIns="152400" bIns="114300">
                      <a:noAutofit/>
                    </a:bodyPr>
                    <a:lstStyle/>
                    <a:p>
                      <a:r>
                        <a:rPr sz="2025" b="0" lang="sq-AL">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sq-AL">
                          <a:solidFill>
                            <a:srgbClr val="153F36"/>
                          </a:solidFill>
                          <a:latin typeface="Arial"/>
                          <a:ea typeface="Arial"/>
                          <a:cs typeface="Arial"/>
                        </a:rPr>
                        <a:t>150 CC</a:t>
                      </a:r>
                    </a:p>
                  </a:txBody>
                  <a:tcPr marL="91440" marR="91440" marT="45720" marB="45720">
                    <a:solidFill>
                      <a:srgbClr val="FFFFFF"/>
                    </a:solidFill>
                  </a:tcPr>
                </a:tc>
                <a:tc>
                  <a:txBody>
                    <a:bodyPr lIns="152400" tIns="133350" rIns="152400" bIns="114300">
                      <a:noAutofit/>
                    </a:bodyPr>
                    <a:lstStyle/>
                    <a:p>
                      <a:r>
                        <a:rPr sz="2025" b="0" lang="sq-AL">
                          <a:solidFill>
                            <a:srgbClr val="153F36"/>
                          </a:solidFill>
                          <a:latin typeface="Arial"/>
                          <a:ea typeface="Arial"/>
                          <a:cs typeface="Arial"/>
                        </a:rPr>
                        <a:t>400 USD</a:t>
                      </a:r>
                    </a:p>
                  </a:txBody>
                  <a:tcPr marL="91440" marR="91440" marT="45720" marB="45720">
                    <a:solidFill>
                      <a:srgbClr val="FFFFFF"/>
                    </a:solidFill>
                  </a:tcPr>
                </a:tc>
              </a:tr>
              <a:tr h="661988">
                <a:tc>
                  <a:txBody>
                    <a:bodyPr lIns="152400" tIns="133350" rIns="152400" bIns="114300">
                      <a:noAutofit/>
                    </a:bodyPr>
                    <a:lstStyle/>
                    <a:p>
                      <a:r>
                        <a:rPr sz="2025" b="0" lang="sq-AL">
                          <a:solidFill>
                            <a:srgbClr val="153F36"/>
                          </a:solidFill>
                          <a:latin typeface="Arial"/>
                          <a:ea typeface="Arial"/>
                          <a:cs typeface="Arial"/>
                        </a:rPr>
                        <a:t>2</a:t>
                      </a:r>
                    </a:p>
                  </a:txBody>
                  <a:tcPr marL="91440" marR="91440" marT="45720" marB="45720">
                    <a:solidFill>
                      <a:srgbClr val="F3F7F2"/>
                    </a:solidFill>
                  </a:tcPr>
                </a:tc>
                <a:tc>
                  <a:txBody>
                    <a:bodyPr lIns="152400" tIns="133350" rIns="152400" bIns="114300">
                      <a:noAutofit/>
                    </a:bodyPr>
                    <a:lstStyle/>
                    <a:p>
                      <a:r>
                        <a:rPr sz="2025" b="0" lang="sq-AL">
                          <a:solidFill>
                            <a:srgbClr val="153F36"/>
                          </a:solidFill>
                          <a:latin typeface="Arial"/>
                          <a:ea typeface="Arial"/>
                          <a:cs typeface="Arial"/>
                        </a:rPr>
                        <a:t>75 CC</a:t>
                      </a:r>
                    </a:p>
                  </a:txBody>
                  <a:tcPr marL="91440" marR="91440" marT="45720" marB="45720">
                    <a:solidFill>
                      <a:srgbClr val="F3F7F2"/>
                    </a:solidFill>
                  </a:tcPr>
                </a:tc>
                <a:tc>
                  <a:txBody>
                    <a:bodyPr lIns="152400" tIns="133350" rIns="152400" bIns="114300">
                      <a:noAutofit/>
                    </a:bodyPr>
                    <a:lstStyle/>
                    <a:p>
                      <a:r>
                        <a:rPr sz="2025" b="0" lang="sq-AL">
                          <a:solidFill>
                            <a:srgbClr val="153F36"/>
                          </a:solidFill>
                          <a:latin typeface="Arial"/>
                          <a:ea typeface="Arial"/>
                          <a:cs typeface="Arial"/>
                        </a:rPr>
                        <a:t>150 CC</a:t>
                      </a:r>
                    </a:p>
                  </a:txBody>
                  <a:tcPr marL="91440" marR="91440" marT="45720" marB="45720">
                    <a:solidFill>
                      <a:srgbClr val="F3F7F2"/>
                    </a:solidFill>
                  </a:tcPr>
                </a:tc>
                <a:tc>
                  <a:txBody>
                    <a:bodyPr lIns="152400" tIns="133350" rIns="152400" bIns="114300">
                      <a:noAutofit/>
                    </a:bodyPr>
                    <a:lstStyle/>
                    <a:p>
                      <a:r>
                        <a:rPr sz="2025" b="0" lang="sq-AL">
                          <a:solidFill>
                            <a:srgbClr val="153F36"/>
                          </a:solidFill>
                          <a:latin typeface="Arial"/>
                          <a:ea typeface="Arial"/>
                          <a:cs typeface="Arial"/>
                        </a:rPr>
                        <a:t>225 CC</a:t>
                      </a:r>
                    </a:p>
                  </a:txBody>
                  <a:tcPr marL="91440" marR="91440" marT="45720" marB="45720">
                    <a:solidFill>
                      <a:srgbClr val="F3F7F2"/>
                    </a:solidFill>
                  </a:tcPr>
                </a:tc>
                <a:tc>
                  <a:txBody>
                    <a:bodyPr lIns="152400" tIns="133350" rIns="152400" bIns="114300">
                      <a:noAutofit/>
                    </a:bodyPr>
                    <a:lstStyle/>
                    <a:p>
                      <a:r>
                        <a:rPr sz="2025" b="0" lang="sq-AL">
                          <a:solidFill>
                            <a:srgbClr val="153F36"/>
                          </a:solidFill>
                          <a:latin typeface="Arial"/>
                          <a:ea typeface="Arial"/>
                          <a:cs typeface="Arial"/>
                        </a:rPr>
                        <a:t>600 USD</a:t>
                      </a:r>
                    </a:p>
                  </a:txBody>
                  <a:tcPr marL="91440" marR="91440" marT="45720" marB="45720">
                    <a:solidFill>
                      <a:srgbClr val="F3F7F2"/>
                    </a:solidFill>
                  </a:tcPr>
                </a:tc>
              </a:tr>
              <a:tr h="661988">
                <a:tc>
                  <a:txBody>
                    <a:bodyPr lIns="152400" tIns="133350" rIns="152400" bIns="114300">
                      <a:noAutofit/>
                    </a:bodyPr>
                    <a:lstStyle/>
                    <a:p>
                      <a:r>
                        <a:rPr sz="2025" b="0" lang="sq-AL">
                          <a:solidFill>
                            <a:srgbClr val="153F36"/>
                          </a:solidFill>
                          <a:latin typeface="Arial"/>
                          <a:ea typeface="Arial"/>
                          <a:cs typeface="Arial"/>
                        </a:rPr>
                        <a:t>3</a:t>
                      </a:r>
                    </a:p>
                  </a:txBody>
                  <a:tcPr marL="91440" marR="91440" marT="45720" marB="45720">
                    <a:solidFill>
                      <a:srgbClr val="FFFFFF"/>
                    </a:solidFill>
                  </a:tcPr>
                </a:tc>
                <a:tc>
                  <a:txBody>
                    <a:bodyPr lIns="152400" tIns="133350" rIns="152400" bIns="114300">
                      <a:noAutofit/>
                    </a:bodyPr>
                    <a:lstStyle/>
                    <a:p>
                      <a:r>
                        <a:rPr sz="2025" b="0" lang="sq-AL">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sq-AL">
                          <a:solidFill>
                            <a:srgbClr val="153F36"/>
                          </a:solidFill>
                          <a:latin typeface="Arial"/>
                          <a:ea typeface="Arial"/>
                          <a:cs typeface="Arial"/>
                        </a:rPr>
                        <a:t>200 CC</a:t>
                      </a:r>
                    </a:p>
                  </a:txBody>
                  <a:tcPr marL="91440" marR="91440" marT="45720" marB="45720">
                    <a:solidFill>
                      <a:srgbClr val="FFFFFF"/>
                    </a:solidFill>
                  </a:tcPr>
                </a:tc>
                <a:tc>
                  <a:txBody>
                    <a:bodyPr lIns="152400" tIns="133350" rIns="152400" bIns="114300">
                      <a:noAutofit/>
                    </a:bodyPr>
                    <a:lstStyle/>
                    <a:p>
                      <a:r>
                        <a:rPr sz="2025" b="0" lang="sq-AL">
                          <a:solidFill>
                            <a:srgbClr val="153F36"/>
                          </a:solidFill>
                          <a:latin typeface="Arial"/>
                          <a:ea typeface="Arial"/>
                          <a:cs typeface="Arial"/>
                        </a:rPr>
                        <a:t>300 CC</a:t>
                      </a:r>
                    </a:p>
                  </a:txBody>
                  <a:tcPr marL="91440" marR="91440" marT="45720" marB="45720">
                    <a:solidFill>
                      <a:srgbClr val="FFFFFF"/>
                    </a:solidFill>
                  </a:tcPr>
                </a:tc>
                <a:tc>
                  <a:txBody>
                    <a:bodyPr lIns="152400" tIns="133350" rIns="152400" bIns="114300">
                      <a:noAutofit/>
                    </a:bodyPr>
                    <a:lstStyle/>
                    <a:p>
                      <a:r>
                        <a:rPr sz="2025" b="0" lang="sq-AL">
                          <a:solidFill>
                            <a:srgbClr val="153F36"/>
                          </a:solidFill>
                          <a:latin typeface="Arial"/>
                          <a:ea typeface="Arial"/>
                          <a:cs typeface="Arial"/>
                        </a:rPr>
                        <a:t>800 USD</a:t>
                      </a:r>
                    </a:p>
                  </a:txBody>
                  <a:tcPr marL="91440" marR="91440" marT="45720" marB="45720">
                    <a:solidFill>
                      <a:srgbClr val="FFFFFF"/>
                    </a:solidFill>
                  </a:tcPr>
                </a:tc>
              </a:tr>
            </a:tbl>
          </a:graphicData>
        </a:graphic>
      </p:graphicFrame>
      <p:sp>
        <p:nvSpPr>
          <p:cNvPr id="5" name="">
            <a:extLst>
              <a:ext uri="{FF2B5EF4-FFF2-40B4-BE49-F238E27FC236}">
                <ns2:creationId id="{B4AC18CE-F6CB-49F2-8416-567B308FCF87}"/>
              </a:ext>
            </a:extLst>
          </p:cNvPr>
          <p:cNvSpPr>
            <a:spLocks noGrp="1"/>
          </p:cNvSpPr>
          <p:nvPr/>
        </p:nvSpPr>
        <p:spPr>
          <a:xfrm>
            <a:off x="609600" y="5143500"/>
            <a:ext cx="10458450" cy="809625"/>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q-AL">
                <a:solidFill>
                  <a:srgbClr val="153F36"/>
                </a:solidFill>
                <a:latin typeface="Arial"/>
                <a:ea typeface="Arial"/>
                <a:cs typeface="Arial"/>
              </a:rPr>
              <a:t>Kualifikimi dhe ruajtja e kushteve. Stimulim deri në 36 muaj.</a:t>
            </a:r>
          </a:p>
        </p:txBody>
      </p:sp>
    </p:spTree>
    <p:extLst>
      <p:ext uri="{BB962C8B-B14F-4D97-AF65-F5344CB8AC3E}">
        <ns4:creationId val="280473326"/>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B9E3C7C8-35B4-441E-B1C2-00BCFB5C9F40}"/>
              </a:ext>
            </a:extLst>
          </p:cNvPr>
          <p:cNvPicPr>
            <a:picLocks noChangeAspect="1"/>
          </p:cNvPicPr>
          <p:nvPr/>
        </p:nvPicPr>
        <p:blipFill>
          <a:blip r:embed="R58ce5c4bc3ef4c8b"/>
          <a:stretch/>
        </p:blipFill>
        <p:spPr>
          <a:xfrm>
            <a:off x="9867900" y="276061"/>
            <a:ext cx="1695450" cy="438478"/>
          </a:xfrm>
          <a:prstGeom prst="rect">
            <a:avLst/>
          </a:prstGeom>
        </p:spPr>
      </p:pic>
      <p:sp>
        <p:nvSpPr>
          <p:cNvPr id="2" name="">
            <a:extLst>
              <a:ext uri="{FF2B5EF4-FFF2-40B4-BE49-F238E27FC236}">
                <ns2:creationId id="{0CB37FEB-5A20-485A-9A04-1936EE10F0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35</a:t>
            </a:r>
          </a:p>
        </p:txBody>
      </p:sp>
      <p:sp>
        <p:nvSpPr>
          <p:cNvPr id="3" name="Titulli">
            <a:extLst>
              <a:ext uri="{FF2B5EF4-FFF2-40B4-BE49-F238E27FC236}">
                <ns2:creationId id="{B655E18D-295A-4CD8-9A03-B3FC391A9AE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Shtojcë: kualifikimet vjetore</a:t>
            </a:r>
          </a:p>
        </p:txBody>
      </p:sp>
      <p:sp>
        <p:nvSpPr>
          <p:cNvPr id="4" name="">
            <a:extLst>
              <a:ext uri="{FF2B5EF4-FFF2-40B4-BE49-F238E27FC236}">
                <ns2:creationId id="{F037214A-CF38-4FAB-8F4B-BC9F710748A2}"/>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q-AL">
                <a:solidFill>
                  <a:srgbClr val="148977"/>
                </a:solidFill>
                <a:latin typeface="Arial"/>
                <a:ea typeface="Arial"/>
                <a:cs typeface="Arial"/>
              </a:rPr>
              <a:t>1.</a:t>
            </a:r>
          </a:p>
        </p:txBody>
      </p:sp>
      <p:sp>
        <p:nvSpPr>
          <p:cNvPr id="5" name="">
            <a:extLst>
              <a:ext uri="{FF2B5EF4-FFF2-40B4-BE49-F238E27FC236}">
                <ns2:creationId id="{DE39F66B-A442-4DB2-BC88-152A2F537F8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q-AL">
                <a:solidFill>
                  <a:srgbClr val="153F36"/>
                </a:solidFill>
                <a:latin typeface="Arial"/>
                <a:ea typeface="Arial"/>
                <a:cs typeface="Arial"/>
              </a:rPr>
              <a:t>Eagle Manager</a:t>
            </a:r>
          </a:p>
        </p:txBody>
      </p:sp>
      <p:sp>
        <p:nvSpPr>
          <p:cNvPr id="6" name="">
            <a:extLst>
              <a:ext uri="{FF2B5EF4-FFF2-40B4-BE49-F238E27FC236}">
                <ns2:creationId id="{5EB13131-225A-47B3-A990-4556686F98B8}"/>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720 CC gjithsej, 100 CC të reja dhe 3 linja të reja Supervisor.</a:t>
            </a:r>
          </a:p>
        </p:txBody>
      </p:sp>
      <p:sp>
        <p:nvSpPr>
          <p:cNvPr id="7" name="">
            <a:extLst>
              <a:ext uri="{FF2B5EF4-FFF2-40B4-BE49-F238E27FC236}">
                <ns2:creationId id="{81F9A9B6-F0B7-4FC8-82A9-040A17BA37F4}"/>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q-AL">
                <a:solidFill>
                  <a:srgbClr val="148977"/>
                </a:solidFill>
                <a:latin typeface="Arial"/>
                <a:ea typeface="Arial"/>
                <a:cs typeface="Arial"/>
              </a:rPr>
              <a:t>2.</a:t>
            </a:r>
          </a:p>
        </p:txBody>
      </p:sp>
      <p:sp>
        <p:nvSpPr>
          <p:cNvPr id="8" name="">
            <a:extLst>
              <a:ext uri="{FF2B5EF4-FFF2-40B4-BE49-F238E27FC236}">
                <ns2:creationId id="{C4C32F05-04BB-4214-8487-F780C8E1B8F9}"/>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q-AL">
                <a:solidFill>
                  <a:srgbClr val="153F36"/>
                </a:solidFill>
                <a:latin typeface="Arial"/>
                <a:ea typeface="Arial"/>
                <a:cs typeface="Arial"/>
              </a:rPr>
              <a:t>Global Rally</a:t>
            </a:r>
          </a:p>
        </p:txBody>
      </p:sp>
      <p:sp>
        <p:nvSpPr>
          <p:cNvPr id="9" name="">
            <a:extLst>
              <a:ext uri="{FF2B5EF4-FFF2-40B4-BE49-F238E27FC236}">
                <ns2:creationId id="{AD802E04-F4DC-4E5B-83E7-81C942E85FE4}"/>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Nga 1.500 CC gjithsej, përfshirë të paktën 50 CC të reja.</a:t>
            </a:r>
          </a:p>
        </p:txBody>
      </p:sp>
      <p:sp>
        <p:nvSpPr>
          <p:cNvPr id="10" name="">
            <a:extLst>
              <a:ext uri="{FF2B5EF4-FFF2-40B4-BE49-F238E27FC236}">
                <ns2:creationId id="{765D29EF-17EE-439A-9148-70DA52221B41}"/>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q-AL">
                <a:solidFill>
                  <a:srgbClr val="148977"/>
                </a:solidFill>
                <a:latin typeface="Arial"/>
                <a:ea typeface="Arial"/>
                <a:cs typeface="Arial"/>
              </a:rPr>
              <a:t>3.</a:t>
            </a:r>
          </a:p>
        </p:txBody>
      </p:sp>
      <p:sp>
        <p:nvSpPr>
          <p:cNvPr id="11" name="">
            <a:extLst>
              <a:ext uri="{FF2B5EF4-FFF2-40B4-BE49-F238E27FC236}">
                <ns2:creationId id="{5C8C13D5-EA0A-45FF-B19C-610392AA90BD}"/>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q-AL">
                <a:solidFill>
                  <a:srgbClr val="153F36"/>
                </a:solidFill>
                <a:latin typeface="Arial"/>
                <a:ea typeface="Arial"/>
                <a:cs typeface="Arial"/>
              </a:rPr>
              <a:t>Chairman’s Bonus</a:t>
            </a:r>
          </a:p>
        </p:txBody>
      </p:sp>
      <p:sp>
        <p:nvSpPr>
          <p:cNvPr id="12" name="">
            <a:extLst>
              <a:ext uri="{FF2B5EF4-FFF2-40B4-BE49-F238E27FC236}">
                <ns2:creationId id="{ED3D2BFE-A33E-4B2F-ABBA-68D93EE7CCAA}"/>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Linja të zhvilluara e të kualifikuara dhe kushte shtesë të programit.</a:t>
            </a:r>
          </a:p>
        </p:txBody>
      </p:sp>
      <p:sp>
        <p:nvSpPr>
          <p:cNvPr id="13" name="">
            <a:extLst>
              <a:ext uri="{FF2B5EF4-FFF2-40B4-BE49-F238E27FC236}">
                <ns2:creationId id="{B903DFC0-E1C3-44EE-AD9B-AD2E08F86D6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Pragjet janë përmbledhje. Afatet, ruajtja dhe kushtet shtesë janë në politikën lokale.</a:t>
            </a:r>
          </a:p>
        </p:txBody>
      </p:sp>
    </p:spTree>
    <p:extLst>
      <p:ext uri="{BB962C8B-B14F-4D97-AF65-F5344CB8AC3E}">
        <ns4:creationId val="880705396"/>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88852AA4-6578-41AF-9740-5117C7F6172E}"/>
              </a:ext>
            </a:extLst>
          </p:cNvPr>
          <p:cNvPicPr>
            <a:picLocks noChangeAspect="1"/>
          </p:cNvPicPr>
          <p:nvPr/>
        </p:nvPicPr>
        <p:blipFill>
          <a:blip r:embed="R94ed22d42f074bff"/>
          <a:stretch/>
        </p:blipFill>
        <p:spPr>
          <a:xfrm>
            <a:off x="9867900" y="276061"/>
            <a:ext cx="1695450" cy="438478"/>
          </a:xfrm>
          <a:prstGeom prst="rect">
            <a:avLst/>
          </a:prstGeom>
        </p:spPr>
      </p:pic>
      <p:sp>
        <p:nvSpPr>
          <p:cNvPr id="2" name="">
            <a:extLst>
              <a:ext uri="{FF2B5EF4-FFF2-40B4-BE49-F238E27FC236}">
                <ns2:creationId id="{F484BD7A-5B1B-4432-9A78-B974D5EEA70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q-AL">
                <a:solidFill>
                  <a:srgbClr val="526B63"/>
                </a:solidFill>
                <a:latin typeface="Arial"/>
                <a:ea typeface="Arial"/>
                <a:cs typeface="Arial"/>
              </a:rPr>
              <a:t>36</a:t>
            </a:r>
          </a:p>
        </p:txBody>
      </p:sp>
      <p:sp>
        <p:nvSpPr>
          <p:cNvPr id="3" name="Titulli">
            <a:extLst>
              <a:ext uri="{FF2B5EF4-FFF2-40B4-BE49-F238E27FC236}">
                <ns2:creationId id="{AADE5631-8BAA-49DB-AB4C-B28590B49F4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q-AL">
                <a:solidFill>
                  <a:srgbClr val="153F36"/>
                </a:solidFill>
                <a:latin typeface="Arial"/>
                <a:ea typeface="Arial"/>
                <a:cs typeface="Arial"/>
              </a:rPr>
              <a:t>Shtojcë: pagesat dhe të ardhurat reale</a:t>
            </a:r>
          </a:p>
        </p:txBody>
      </p:sp>
      <p:sp>
        <p:nvSpPr>
          <p:cNvPr id="4" name="">
            <a:extLst>
              <a:ext uri="{FF2B5EF4-FFF2-40B4-BE49-F238E27FC236}">
                <ns2:creationId id="{4648F494-74C7-41B9-A7AD-105B8730022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1.</a:t>
            </a:r>
          </a:p>
        </p:txBody>
      </p:sp>
      <p:sp>
        <p:nvSpPr>
          <p:cNvPr id="5" name="">
            <a:extLst>
              <a:ext uri="{FF2B5EF4-FFF2-40B4-BE49-F238E27FC236}">
                <ns2:creationId id="{D8F3ADF8-D3CE-4D09-B5D5-37B3C4DF925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Bonuset për muajin e mëparshëm</a:t>
            </a:r>
          </a:p>
        </p:txBody>
      </p:sp>
      <p:sp>
        <p:nvSpPr>
          <p:cNvPr id="6" name="">
            <a:extLst>
              <a:ext uri="{FF2B5EF4-FFF2-40B4-BE49-F238E27FC236}">
                <ns2:creationId id="{3C09A159-46FC-4266-AE84-DE17BCFA81A2}"/>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Sipas politikës kroate, më 15 të muajit pasues.</a:t>
            </a:r>
          </a:p>
        </p:txBody>
      </p:sp>
      <p:sp>
        <p:nvSpPr>
          <p:cNvPr id="7" name="">
            <a:extLst>
              <a:ext uri="{FF2B5EF4-FFF2-40B4-BE49-F238E27FC236}">
                <ns2:creationId id="{7AEEAE2C-E72E-48F1-91F1-C715F3B5457C}"/>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2.</a:t>
            </a:r>
          </a:p>
        </p:txBody>
      </p:sp>
      <p:sp>
        <p:nvSpPr>
          <p:cNvPr id="8" name="">
            <a:extLst>
              <a:ext uri="{FF2B5EF4-FFF2-40B4-BE49-F238E27FC236}">
                <ns2:creationId id="{D7C8ED34-9B2A-4A5B-8F5C-E661D3D95A39}"/>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Fitimi nga shitjet në internet</a:t>
            </a:r>
          </a:p>
        </p:txBody>
      </p:sp>
      <p:sp>
        <p:nvSpPr>
          <p:cNvPr id="9" name="">
            <a:extLst>
              <a:ext uri="{FF2B5EF4-FFF2-40B4-BE49-F238E27FC236}">
                <ns2:creationId id="{03EEB3A6-8AA0-4AAC-8BB6-5A5C316EB19C}"/>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Global Pay pas datave 10, 20 dhe ditës së fundit të muajit.</a:t>
            </a:r>
          </a:p>
        </p:txBody>
      </p:sp>
      <p:sp>
        <p:nvSpPr>
          <p:cNvPr id="10" name="">
            <a:extLst>
              <a:ext uri="{FF2B5EF4-FFF2-40B4-BE49-F238E27FC236}">
                <ns2:creationId id="{3836A816-BCC9-4762-B15B-376FBDA90C2D}"/>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q-AL">
                <a:solidFill>
                  <a:srgbClr val="148977"/>
                </a:solidFill>
                <a:latin typeface="Arial"/>
                <a:ea typeface="Arial"/>
                <a:cs typeface="Arial"/>
              </a:rPr>
              <a:t>3.</a:t>
            </a:r>
          </a:p>
        </p:txBody>
      </p:sp>
      <p:sp>
        <p:nvSpPr>
          <p:cNvPr id="11" name="">
            <a:extLst>
              <a:ext uri="{FF2B5EF4-FFF2-40B4-BE49-F238E27FC236}">
                <ns2:creationId id="{02C2B9B3-EB86-468F-B5C8-D10A79D640D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q-AL">
                <a:solidFill>
                  <a:srgbClr val="153F36"/>
                </a:solidFill>
                <a:latin typeface="Arial"/>
                <a:ea typeface="Arial"/>
                <a:cs typeface="Arial"/>
              </a:rPr>
              <a:t>Të ardhurat reale</a:t>
            </a:r>
          </a:p>
        </p:txBody>
      </p:sp>
      <p:sp>
        <p:nvSpPr>
          <p:cNvPr id="12" name="">
            <a:extLst>
              <a:ext uri="{FF2B5EF4-FFF2-40B4-BE49-F238E27FC236}">
                <ns2:creationId id="{04657A1D-053C-48FC-B7DB-E622C573FFDA}"/>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q-AL">
                <a:solidFill>
                  <a:srgbClr val="526B63"/>
                </a:solidFill>
                <a:latin typeface="Arial"/>
                <a:ea typeface="Arial"/>
                <a:cs typeface="Arial"/>
              </a:rPr>
              <a:t>Shitje të njohura duke marrë parasysh kostot, kthimet dhe detyrimet tatimore.</a:t>
            </a:r>
          </a:p>
        </p:txBody>
      </p:sp>
      <p:sp>
        <p:nvSpPr>
          <p:cNvPr id="13" name="">
            <a:extLst>
              <a:ext uri="{FF2B5EF4-FFF2-40B4-BE49-F238E27FC236}">
                <ns2:creationId id="{D0CED1DA-9CAB-4767-B17A-CCA055B377B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q-AL">
                <a:solidFill>
                  <a:srgbClr val="526B63"/>
                </a:solidFill>
                <a:latin typeface="Arial"/>
                <a:ea typeface="Arial"/>
                <a:cs typeface="Arial"/>
              </a:rPr>
              <a:t>Rezultati varet nga personi, tregu dhe shitjet reale. FCC nuk garanton fitim.</a:t>
            </a:r>
          </a:p>
        </p:txBody>
      </p:sp>
    </p:spTree>
    <p:extLst>
      <p:ext uri="{BB962C8B-B14F-4D97-AF65-F5344CB8AC3E}">
        <ns4:creationId val="80532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2026-10-04T12:05:50.0890000Z</dcterms:created>
  <dcterms:modified xsi:type="dcterms:W3CDTF">2026-10-04T12:05:50.0890000Z</dcterms:modified>
</coreProperties>
</file>