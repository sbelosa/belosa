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e8ae9ebd874a7b" /><Relationship Type="http://schemas.openxmlformats.org/officeDocument/2006/relationships/extended-properties" Target="/docProps/app.xml" Id="R01380b84c3dd45ec" /><Relationship Type="http://schemas.openxmlformats.org/officeDocument/2006/relationships/officeDocument" Target="/ppt/presentation.xml" Id="Ra84fedbd27db43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e88217567e4db7"/>
  </p:sldMasterIdLst>
  <p:notesMasterIdLst>
    <p:notesMasterId xmlns:r="http://schemas.openxmlformats.org/officeDocument/2006/relationships" r:id="Rc18a70ab738d4fdd"/>
  </p:notesMasterIdLst>
  <p:sldIdLst>
    <p:sldId xmlns:r="http://schemas.openxmlformats.org/officeDocument/2006/relationships" id="256" r:id="Re8ed2e66c8d84047"/>
    <p:sldId xmlns:r="http://schemas.openxmlformats.org/officeDocument/2006/relationships" id="257" r:id="R4746b0e7c5ef4131"/>
    <p:sldId xmlns:r="http://schemas.openxmlformats.org/officeDocument/2006/relationships" id="258" r:id="Rbc31ff09593c4d17"/>
    <p:sldId xmlns:r="http://schemas.openxmlformats.org/officeDocument/2006/relationships" id="259" r:id="Rae4ed353ca834eb3"/>
    <p:sldId xmlns:r="http://schemas.openxmlformats.org/officeDocument/2006/relationships" id="260" r:id="Ra1b02be37e2e4ff2"/>
    <p:sldId xmlns:r="http://schemas.openxmlformats.org/officeDocument/2006/relationships" id="261" r:id="Rfe59078e123f44b1"/>
    <p:sldId xmlns:r="http://schemas.openxmlformats.org/officeDocument/2006/relationships" id="262" r:id="R590dc5576ed441ae"/>
    <p:sldId xmlns:r="http://schemas.openxmlformats.org/officeDocument/2006/relationships" id="263" r:id="R0328f91799364ba2"/>
    <p:sldId xmlns:r="http://schemas.openxmlformats.org/officeDocument/2006/relationships" id="264" r:id="Re580240414f64df3"/>
    <p:sldId xmlns:r="http://schemas.openxmlformats.org/officeDocument/2006/relationships" id="265" r:id="Re3803403ee9b468b"/>
    <p:sldId xmlns:r="http://schemas.openxmlformats.org/officeDocument/2006/relationships" id="266" r:id="Re9729d197679489d"/>
    <p:sldId xmlns:r="http://schemas.openxmlformats.org/officeDocument/2006/relationships" id="267" r:id="R17364f024e114fa7"/>
    <p:sldId xmlns:r="http://schemas.openxmlformats.org/officeDocument/2006/relationships" id="268" r:id="Ra32d2299b1e34645"/>
    <p:sldId xmlns:r="http://schemas.openxmlformats.org/officeDocument/2006/relationships" id="269" r:id="R112da9e5e26d4a1a"/>
    <p:sldId xmlns:r="http://schemas.openxmlformats.org/officeDocument/2006/relationships" id="270" r:id="Rfc6e8098b0094e49"/>
    <p:sldId xmlns:r="http://schemas.openxmlformats.org/officeDocument/2006/relationships" id="271" r:id="R637ab624bb744813"/>
    <p:sldId xmlns:r="http://schemas.openxmlformats.org/officeDocument/2006/relationships" id="272" r:id="R83dee26be35c43dd"/>
    <p:sldId xmlns:r="http://schemas.openxmlformats.org/officeDocument/2006/relationships" id="273" r:id="R618fda44c9f74872"/>
    <p:sldId xmlns:r="http://schemas.openxmlformats.org/officeDocument/2006/relationships" id="274" r:id="R1b6aa91c6bb84531"/>
    <p:sldId xmlns:r="http://schemas.openxmlformats.org/officeDocument/2006/relationships" id="275" r:id="Rff9f2644ad404234"/>
    <p:sldId xmlns:r="http://schemas.openxmlformats.org/officeDocument/2006/relationships" id="276" r:id="Rffdacc3614814b34"/>
    <p:sldId xmlns:r="http://schemas.openxmlformats.org/officeDocument/2006/relationships" id="277" r:id="R7cd2e17b0ac44598"/>
    <p:sldId xmlns:r="http://schemas.openxmlformats.org/officeDocument/2006/relationships" id="278" r:id="Rbaf6e7b843f34b38"/>
    <p:sldId xmlns:r="http://schemas.openxmlformats.org/officeDocument/2006/relationships" id="279" r:id="Re58715032f894a0b"/>
    <p:sldId xmlns:r="http://schemas.openxmlformats.org/officeDocument/2006/relationships" id="280" r:id="R671b64fee09647d1"/>
    <p:sldId xmlns:r="http://schemas.openxmlformats.org/officeDocument/2006/relationships" id="281" r:id="R0f1efdb0735b4810"/>
    <p:sldId xmlns:r="http://schemas.openxmlformats.org/officeDocument/2006/relationships" id="282" r:id="R299277170d58463a"/>
    <p:sldId xmlns:r="http://schemas.openxmlformats.org/officeDocument/2006/relationships" id="283" r:id="R47c1e12bebaf4e1e"/>
    <p:sldId xmlns:r="http://schemas.openxmlformats.org/officeDocument/2006/relationships" id="284" r:id="R33f2281931074e26"/>
    <p:sldId xmlns:r="http://schemas.openxmlformats.org/officeDocument/2006/relationships" id="285" r:id="Rcb00a46c0526422d"/>
    <p:sldId xmlns:r="http://schemas.openxmlformats.org/officeDocument/2006/relationships" id="286" r:id="Rdefdab25799b403c"/>
    <p:sldId xmlns:r="http://schemas.openxmlformats.org/officeDocument/2006/relationships" id="287" r:id="Rf00af2c51ef04723"/>
    <p:sldId xmlns:r="http://schemas.openxmlformats.org/officeDocument/2006/relationships" id="288" r:id="R6dd932b7d3e94967"/>
    <p:sldId xmlns:r="http://schemas.openxmlformats.org/officeDocument/2006/relationships" id="289" r:id="R05566556677748cd"/>
    <p:sldId xmlns:r="http://schemas.openxmlformats.org/officeDocument/2006/relationships" id="290" r:id="Rff449ac26a254c77"/>
    <p:sldId xmlns:r="http://schemas.openxmlformats.org/officeDocument/2006/relationships" id="291" r:id="Rce57f775d35142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51f3484e124c0d" /><Relationship Type="http://schemas.openxmlformats.org/officeDocument/2006/relationships/slideMaster" Target="/ppt/slideMasters/slideMaster1.xml" Id="Rc9e88217567e4db7" /><Relationship Type="http://schemas.openxmlformats.org/officeDocument/2006/relationships/notesMaster" Target="/ppt/notesMasters/notesMaster1.xml" Id="Rc18a70ab738d4fdd" /><Relationship Type="http://schemas.openxmlformats.org/officeDocument/2006/relationships/presProps" Target="/ppt/presProps.xml" Id="Rdd6d008c9f824ff1" /><Relationship Type="http://schemas.openxmlformats.org/officeDocument/2006/relationships/tableStyles" Target="/ppt/tableStyles.xml" Id="R5dfb1b75d143461b" /><Relationship Type="http://schemas.openxmlformats.org/officeDocument/2006/relationships/slide" Target="/ppt/slides/slide1.xml" Id="Re8ed2e66c8d84047" /><Relationship Type="http://schemas.openxmlformats.org/officeDocument/2006/relationships/slide" Target="/ppt/slides/slide2.xml" Id="R4746b0e7c5ef4131" /><Relationship Type="http://schemas.openxmlformats.org/officeDocument/2006/relationships/slide" Target="/ppt/slides/slide3.xml" Id="Rbc31ff09593c4d17" /><Relationship Type="http://schemas.openxmlformats.org/officeDocument/2006/relationships/slide" Target="/ppt/slides/slide4.xml" Id="Rae4ed353ca834eb3" /><Relationship Type="http://schemas.openxmlformats.org/officeDocument/2006/relationships/slide" Target="/ppt/slides/slide5.xml" Id="Ra1b02be37e2e4ff2" /><Relationship Type="http://schemas.openxmlformats.org/officeDocument/2006/relationships/slide" Target="/ppt/slides/slide6.xml" Id="Rfe59078e123f44b1" /><Relationship Type="http://schemas.openxmlformats.org/officeDocument/2006/relationships/slide" Target="/ppt/slides/slide7.xml" Id="R590dc5576ed441ae" /><Relationship Type="http://schemas.openxmlformats.org/officeDocument/2006/relationships/slide" Target="/ppt/slides/slide8.xml" Id="R0328f91799364ba2" /><Relationship Type="http://schemas.openxmlformats.org/officeDocument/2006/relationships/slide" Target="/ppt/slides/slide9.xml" Id="Re580240414f64df3" /><Relationship Type="http://schemas.openxmlformats.org/officeDocument/2006/relationships/slide" Target="/ppt/slides/slide10.xml" Id="Re3803403ee9b468b" /><Relationship Type="http://schemas.openxmlformats.org/officeDocument/2006/relationships/slide" Target="/ppt/slides/slide11.xml" Id="Re9729d197679489d" /><Relationship Type="http://schemas.openxmlformats.org/officeDocument/2006/relationships/slide" Target="/ppt/slides/slide12.xml" Id="R17364f024e114fa7" /><Relationship Type="http://schemas.openxmlformats.org/officeDocument/2006/relationships/slide" Target="/ppt/slides/slide13.xml" Id="Ra32d2299b1e34645" /><Relationship Type="http://schemas.openxmlformats.org/officeDocument/2006/relationships/slide" Target="/ppt/slides/slide14.xml" Id="R112da9e5e26d4a1a" /><Relationship Type="http://schemas.openxmlformats.org/officeDocument/2006/relationships/slide" Target="/ppt/slides/slide15.xml" Id="Rfc6e8098b0094e49" /><Relationship Type="http://schemas.openxmlformats.org/officeDocument/2006/relationships/slide" Target="/ppt/slides/slide16.xml" Id="R637ab624bb744813" /><Relationship Type="http://schemas.openxmlformats.org/officeDocument/2006/relationships/slide" Target="/ppt/slides/slide17.xml" Id="R83dee26be35c43dd" /><Relationship Type="http://schemas.openxmlformats.org/officeDocument/2006/relationships/slide" Target="/ppt/slides/slide18.xml" Id="R618fda44c9f74872" /><Relationship Type="http://schemas.openxmlformats.org/officeDocument/2006/relationships/slide" Target="/ppt/slides/slide19.xml" Id="R1b6aa91c6bb84531" /><Relationship Type="http://schemas.openxmlformats.org/officeDocument/2006/relationships/slide" Target="/ppt/slides/slide20.xml" Id="Rff9f2644ad404234" /><Relationship Type="http://schemas.openxmlformats.org/officeDocument/2006/relationships/slide" Target="/ppt/slides/slide21.xml" Id="Rffdacc3614814b34" /><Relationship Type="http://schemas.openxmlformats.org/officeDocument/2006/relationships/slide" Target="/ppt/slides/slide22.xml" Id="R7cd2e17b0ac44598" /><Relationship Type="http://schemas.openxmlformats.org/officeDocument/2006/relationships/slide" Target="/ppt/slides/slide23.xml" Id="Rbaf6e7b843f34b38" /><Relationship Type="http://schemas.openxmlformats.org/officeDocument/2006/relationships/slide" Target="/ppt/slides/slide24.xml" Id="Re58715032f894a0b" /><Relationship Type="http://schemas.openxmlformats.org/officeDocument/2006/relationships/slide" Target="/ppt/slides/slide25.xml" Id="R671b64fee09647d1" /><Relationship Type="http://schemas.openxmlformats.org/officeDocument/2006/relationships/slide" Target="/ppt/slides/slide26.xml" Id="R0f1efdb0735b4810" /><Relationship Type="http://schemas.openxmlformats.org/officeDocument/2006/relationships/slide" Target="/ppt/slides/slide27.xml" Id="R299277170d58463a" /><Relationship Type="http://schemas.openxmlformats.org/officeDocument/2006/relationships/slide" Target="/ppt/slides/slide28.xml" Id="R47c1e12bebaf4e1e" /><Relationship Type="http://schemas.openxmlformats.org/officeDocument/2006/relationships/slide" Target="/ppt/slides/slide29.xml" Id="R33f2281931074e26" /><Relationship Type="http://schemas.openxmlformats.org/officeDocument/2006/relationships/slide" Target="/ppt/slides/slide30.xml" Id="Rcb00a46c0526422d" /><Relationship Type="http://schemas.openxmlformats.org/officeDocument/2006/relationships/slide" Target="/ppt/slides/slide31.xml" Id="Rdefdab25799b403c" /><Relationship Type="http://schemas.openxmlformats.org/officeDocument/2006/relationships/slide" Target="/ppt/slides/slide32.xml" Id="Rf00af2c51ef04723" /><Relationship Type="http://schemas.openxmlformats.org/officeDocument/2006/relationships/slide" Target="/ppt/slides/slide33.xml" Id="R6dd932b7d3e94967" /><Relationship Type="http://schemas.openxmlformats.org/officeDocument/2006/relationships/slide" Target="/ppt/slides/slide34.xml" Id="R05566556677748cd" /><Relationship Type="http://schemas.openxmlformats.org/officeDocument/2006/relationships/slide" Target="/ppt/slides/slide35.xml" Id="Rff449ac26a254c77" /><Relationship Type="http://schemas.openxmlformats.org/officeDocument/2006/relationships/slide" Target="/ppt/slides/slide36.xml" Id="Rce57f775d35142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6a719019c04d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96e187a9264970" /><Relationship Type="http://schemas.openxmlformats.org/officeDocument/2006/relationships/notesMaster" Target="/ppt/notesMasters/notesMaster1.xml" Id="Rd6ba87770fec45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3804c4900144eb" /><Relationship Type="http://schemas.openxmlformats.org/officeDocument/2006/relationships/notesMaster" Target="/ppt/notesMasters/notesMaster1.xml" Id="Rae1d711f98904d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ce734e65b84f03" /><Relationship Type="http://schemas.openxmlformats.org/officeDocument/2006/relationships/notesMaster" Target="/ppt/notesMasters/notesMaster1.xml" Id="R3196595326904c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bd2ae38c244181" /><Relationship Type="http://schemas.openxmlformats.org/officeDocument/2006/relationships/notesMaster" Target="/ppt/notesMasters/notesMaster1.xml" Id="Rb45bffc5c14d4e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f50df7094b47c4" /><Relationship Type="http://schemas.openxmlformats.org/officeDocument/2006/relationships/notesMaster" Target="/ppt/notesMasters/notesMaster1.xml" Id="Ra29a7855fc7e44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ceed1dbe064194" /><Relationship Type="http://schemas.openxmlformats.org/officeDocument/2006/relationships/notesMaster" Target="/ppt/notesMasters/notesMaster1.xml" Id="R9009548589204c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bf2fae2d674d8b" /><Relationship Type="http://schemas.openxmlformats.org/officeDocument/2006/relationships/notesMaster" Target="/ppt/notesMasters/notesMaster1.xml" Id="R9a68c937125640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3d1f28bd684f47" /><Relationship Type="http://schemas.openxmlformats.org/officeDocument/2006/relationships/notesMaster" Target="/ppt/notesMasters/notesMaster1.xml" Id="R4f66a1fe075747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082f67a9a94eb0" /><Relationship Type="http://schemas.openxmlformats.org/officeDocument/2006/relationships/notesMaster" Target="/ppt/notesMasters/notesMaster1.xml" Id="R0dcd16fd22174c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d494a01c6d4c2b" /><Relationship Type="http://schemas.openxmlformats.org/officeDocument/2006/relationships/notesMaster" Target="/ppt/notesMasters/notesMaster1.xml" Id="Rf0be8b2ba7f84a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c2dac3e3384d40" /><Relationship Type="http://schemas.openxmlformats.org/officeDocument/2006/relationships/notesMaster" Target="/ppt/notesMasters/notesMaster1.xml" Id="R12b543772d5040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7db9ff243443af" /><Relationship Type="http://schemas.openxmlformats.org/officeDocument/2006/relationships/notesMaster" Target="/ppt/notesMasters/notesMaster1.xml" Id="R41d7c42f991c48b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a5d318d74824b8f" /><Relationship Type="http://schemas.openxmlformats.org/officeDocument/2006/relationships/notesMaster" Target="/ppt/notesMasters/notesMaster1.xml" Id="R6cc8e392453a400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6e000b97a5487e" /><Relationship Type="http://schemas.openxmlformats.org/officeDocument/2006/relationships/notesMaster" Target="/ppt/notesMasters/notesMaster1.xml" Id="Rd4903da3fca449c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82a1051921a476d" /><Relationship Type="http://schemas.openxmlformats.org/officeDocument/2006/relationships/notesMaster" Target="/ppt/notesMasters/notesMaster1.xml" Id="R145e09a0677a4ea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21b9fc78b574304" /><Relationship Type="http://schemas.openxmlformats.org/officeDocument/2006/relationships/notesMaster" Target="/ppt/notesMasters/notesMaster1.xml" Id="Raf7a5c504e8c42c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e7e2ace3f364bb4" /><Relationship Type="http://schemas.openxmlformats.org/officeDocument/2006/relationships/notesMaster" Target="/ppt/notesMasters/notesMaster1.xml" Id="Rdae45306c3c143c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2699c39e0e34f5d" /><Relationship Type="http://schemas.openxmlformats.org/officeDocument/2006/relationships/notesMaster" Target="/ppt/notesMasters/notesMaster1.xml" Id="R7b480820a0044fa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7d8867e05e74d7b" /><Relationship Type="http://schemas.openxmlformats.org/officeDocument/2006/relationships/notesMaster" Target="/ppt/notesMasters/notesMaster1.xml" Id="R8033f3f879b142f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807b4f2a22743ff" /><Relationship Type="http://schemas.openxmlformats.org/officeDocument/2006/relationships/notesMaster" Target="/ppt/notesMasters/notesMaster1.xml" Id="R4b9ce22d074142c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416c2e7bab84a96" /><Relationship Type="http://schemas.openxmlformats.org/officeDocument/2006/relationships/notesMaster" Target="/ppt/notesMasters/notesMaster1.xml" Id="R2275f7ce1f994ed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9907580cc774395" /><Relationship Type="http://schemas.openxmlformats.org/officeDocument/2006/relationships/notesMaster" Target="/ppt/notesMasters/notesMaster1.xml" Id="R469ab7642294470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1cb433f060f4963" /><Relationship Type="http://schemas.openxmlformats.org/officeDocument/2006/relationships/notesMaster" Target="/ppt/notesMasters/notesMaster1.xml" Id="R7b4d7234a6044de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aa4b0c937a34b4b" /><Relationship Type="http://schemas.openxmlformats.org/officeDocument/2006/relationships/notesMaster" Target="/ppt/notesMasters/notesMaster1.xml" Id="Rc2246cd9c6a8463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cd6218a495d47cc" /><Relationship Type="http://schemas.openxmlformats.org/officeDocument/2006/relationships/notesMaster" Target="/ppt/notesMasters/notesMaster1.xml" Id="R3d5dcb5fc3b946f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027dd530cc34012" /><Relationship Type="http://schemas.openxmlformats.org/officeDocument/2006/relationships/notesMaster" Target="/ppt/notesMasters/notesMaster1.xml" Id="Rf1d88de2a7ca48f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2574ee6f72646ed" /><Relationship Type="http://schemas.openxmlformats.org/officeDocument/2006/relationships/notesMaster" Target="/ppt/notesMasters/notesMaster1.xml" Id="R5343f4f46e024e1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230466004cc4193" /><Relationship Type="http://schemas.openxmlformats.org/officeDocument/2006/relationships/notesMaster" Target="/ppt/notesMasters/notesMaster1.xml" Id="R49fd3b65ef50448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c4bd6a826b04c10" /><Relationship Type="http://schemas.openxmlformats.org/officeDocument/2006/relationships/notesMaster" Target="/ppt/notesMasters/notesMaster1.xml" Id="R02760a6c7df24a6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fd0436381f6401c" /><Relationship Type="http://schemas.openxmlformats.org/officeDocument/2006/relationships/notesMaster" Target="/ppt/notesMasters/notesMaster1.xml" Id="R080d4de62ebf41e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37f0224225e4dba" /><Relationship Type="http://schemas.openxmlformats.org/officeDocument/2006/relationships/notesMaster" Target="/ppt/notesMasters/notesMaster1.xml" Id="R00fbaf2ef36c436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a9b230ea7c44160" /><Relationship Type="http://schemas.openxmlformats.org/officeDocument/2006/relationships/notesMaster" Target="/ppt/notesMasters/notesMaster1.xml" Id="Rd2a61c7ba35a477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ea83218b7254a5e" /><Relationship Type="http://schemas.openxmlformats.org/officeDocument/2006/relationships/notesMaster" Target="/ppt/notesMasters/notesMaster1.xml" Id="R66b0be88079f4e4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ef4899d87ad4280" /><Relationship Type="http://schemas.openxmlformats.org/officeDocument/2006/relationships/notesMaster" Target="/ppt/notesMasters/notesMaster1.xml" Id="R38d47d1dbe65492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634e1d4a1f44fa0" /><Relationship Type="http://schemas.openxmlformats.org/officeDocument/2006/relationships/notesMaster" Target="/ppt/notesMasters/notesMaster1.xml" Id="R635d27840b01456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2327ada477b42ba" /><Relationship Type="http://schemas.openxmlformats.org/officeDocument/2006/relationships/notesMaster" Target="/ppt/notesMasters/notesMaster1.xml" Id="R1cdcf2d0ba074651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Bevezető, körülbelül 1 perc. Mutasd be, mit fog megismerni az illető: a termékeket, az üzleti modellt és a konkrét mindennapi munkát. A bemutató hosszát igazítsd a közönséghez. Ez a bemutató a horvátországi üzleti keretet és az FCC 2026. október 4-i állapot szerinti lehetőségeit mutatja be.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https://cdn.foreverliving.com/content/MarketingConfigurableContent/HRV/Poslovna%20politika/Poslovna%20politika.pdf</a:t>
            </a:r>
          </a:p>
          <a:p>
            <a:r>
              <a:t>https://forevercard.club/partner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Mutatkozz be személyesen, körülbelül 1 percben. Csak a saját, ellenőrizhető tapasztalatodról beszélj. A bevezető utáni közös részt az egész csapat használja.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A felhasználó eredeti anyaga, bevezető fotók.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Körülbelül 1 perc. Jelentsd be a gyakorlati példát: valaki kiválaszt egy terméket vagy webináriumot, beszélget egy ismerősével, és feljegyzi a következő egyeztetés időpontját. Ne ígérj eredményt vagy bevételt.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https://forevercard.club/partner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Körülbelül 1 perc. A Forever 1978-ban alakult. A piacok száma a hivatalos regionális weboldalakon eltér, ezért itt nem tüntetünk fel egységes számot. Az FCC a csapat különálló, független rendszere.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https://foreverliving.com/hrv/hr-hr/about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Körülbelül 1 perc. A beszélgetés az illető tényleges igényeivel, szokásaival és költségkeretével kezdődik. Mutasd meg a terméket, a helyi címkét és a használati útmutatót. Ne találj ki egészségügyi hatásokat. A fotó csak illusztráció, nem aktuális helyi árlista.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https://foreverliving.com/shop/hrv/hr-hr/products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Körülbelül 1 perc. A megadott prezentáció fotói a gyártást és a forgalmazást mutatják. A vállalat felelősségéről beszélj, ne egészségügyi hatást ígérj.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https://foreverliving.com/hrv/hr-hr/about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Körülbelül 1,5 perc. Mindkét választásnak megvan a helye. Az üzleti irány külön döntést és a helyi feltételek ismeretét igényli. Az FCC-hez való hozzáférés FCC-fiókhoz és az elérhető előnyökhöz kötődik, és nem azonos a Forever üzleti fiókkal.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https://cdn.foreverliving.com/content/MarketingConfigurableContent/HRV/Poslovna%20politika/Poslovna%20politika.pdf</a:t>
            </a:r>
          </a:p>
          <a:p>
            <a:r>
              <a:t>https://forevercard.club/account-plan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Körülbelül 1,5 perc. A horvát üzletpolitika 2026. július 1-jétől érvényes kiadása. A CC a termékek elszámolási pontértéke. Két egymást követő hónapban elért 2 CC után 30% kedvezmény jár a későbbi rendelésekre, és külön lehetőség nyílik az üzleti csatlakozásra. Az árat, a csomag tartalmát és a kedvezmény alkalmazásának időpontját ellenőrizd a hivatalos helyi webáruházban. Ne javasolj vásárlást pontok gyűjtése miatt, ha nincs rá valódi igény.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https://cdn.foreverliving.com/content/MarketingConfigurableContent/HRV/Poslovna%20politika/Poslovna%20politika.pdf</a:t>
            </a:r>
          </a:p>
          <a:p>
            <a:r>
              <a:t>https://cdn.foreverliving.com/content/MarketingConfigurableContent/HRV/Preuzimanja/Novi_start_paketi_2025.pdf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Körülbelül 2 perc. Horvátországban a kvalifikáció utáni 30% nem azonos a személyes bónusszal vagy a nettó bevétellel. Az SRP szerinti kiigazított ár legfeljebb 48%-a az üzletpolitika egyik fogalma, nem garantált jutalék minden rendelés után. Az elszámolás alapja és alkalmazása az értékesítés típusától és az üzletpolitikától függ.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https://cdn.foreverliving.com/content/MarketingConfigurableContent/HRV/Poslovna%20politika/Poslovna%20politika.pdf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Körülbelül 2 perc. Ez a lehetséges bevételi forrásokat magyarázza, nem kereseti előrejelzés. Az arányokat és az elszámolás alapját a helyi üzletpolitikában ellenőrizd. A regisztráció önmagában nem teremt bevételt. A részletes arányok a függelékben találhatók.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https://cdn.foreverliving.com/content/MarketingConfigurableContent/HRV/Poslovna%20politika/Poslovna%20politika.pdf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Körülbelül 1,5 perc. A horvát 4.01-es üzletpolitika szerint a Supervisor szinthez 10, nem Manager CC szükséges, de az időtartamot nem tüntetjük fel, mert az ugyanazon üzletpolitika 4.01(b) és 4.01(g) pontja ellentmond egymásnak. Magyarázd el, hogy a CC az értékesítési volument jelöli, nem a regisztrált személyek számát. A szint nem garantál havi bónuszt.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https://cdn.foreverliving.com/content/MarketingConfigurableContent/HRV/Poslovna%20politika/Poslovna%20politika.pdf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Körülbelül 1,5 perc. A horvát üzletpolitika szerint egy aktív FBO 4 CC-t ér el, amelyből legalább 1-et személyesen vásárolt. Az elért szint és a bónuszra való jogosultság két külön dolog. Ezek nem egyetemes, globális szabályok. Ne vásárolj kvalifikációs céllal, ha nincs rá kereslet. Az FCC-ben az FLP360-ból származó CC-szám összesített adat, nem bizonyítéka egy adott vevő rendelésének.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https://cdn.foreverliving.com/content/MarketingConfigurableContent/HRV/Poslovna%20politika/Poslovna%20politika.pdf</a:t>
            </a:r>
          </a:p>
          <a:p>
            <a:r>
              <a:t>https://forevercard.club/partner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Körülbelül 1 perc. Az ösztönzőprogramokhoz további kvalifikációs és fenntartási követelmények, valamint helyi feltételek kapcsolódnak. Ne állítsd be őket ingyenes autóként vagy garantált utazásként. A függelék összefoglalja, az üzletpolitika pedig tartalmazza a teljes feltételrendszert.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https://cdn.foreverliving.com/content/MarketingConfigurableContent/HRV/Poslovna%20politika/Poslovna%20politika.pdf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Körülbelül 1 perc. Mondd ki egyértelműen, hogy az FCC független. Az FCC nem gyárt termékeket, nem szállítja ki őket, és nem fizet Forever bónuszokat. A feladata a munka, a képzés, a személyes ajánlások és a támogatás megszervezése.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https://forevercard.club/partner</a:t>
            </a:r>
          </a:p>
          <a:p>
            <a:r>
              <a:t>https://foreverliving.com/hrv/hr-hr/about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Körülbelül 1 perc. A kártyán egy helyen található az elérhetőséged, a tartalom és a Forever Web shop. Az új fő blokk a fiókodban szereplő Forever ID-t és a meglévő feloldási logikát használja. A látogatók ellenőrizhetik a piacot. A termékek elérhetősége és a vásárlás feltételei a helyi Forever webáruházhoz tartoznak.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https://forevercard.club/partner/cards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Körülbelül 1,5 perc. A valódi, éles rendszerben készült felvétel dátuma: 2026. október 4. A példa a Fiber Fusion terméket mutatja. A WhatsApp megnyitása csak előkészíti az üzenetet, amelyet a felhasználó átnéz, majd saját maga küld el. A cikk és a hivatalos webáruház két külön felület. A bemutató során ne kattints a küldésre, ha nincs valódi szándékod üzenetet küldeni.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https://forevercard.club/partner/share</a:t>
            </a:r>
          </a:p>
          <a:p>
            <a:r>
              <a:t>https://forevercard.club/blog/forever-fiber-fusion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Körülbelül 1 perc. Az üzleti együttműködésre vonatkozó ajánlás és a Start Your Journey a meglévő resolveren keresztül vezet el a hivatalos helyi Forever-folyamathoz, az ajánló közreműködésével. Az árak, a termékek elérhetősége és a helyi feltételek országonként eltérnek. A vendég maga nézi át és erősíti meg a megrendelést és a regisztrációt.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https://forevercard.club/partner-marketing</a:t>
            </a:r>
          </a:p>
          <a:p>
            <a:r>
              <a:t>https://forevercard.club/partner/cards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Körülbelül 1,5 perc. A Free csomagban elérhetők a névjegyek és az emlékeztetők. A webinárra való regisztráció összekapcsolható egy meglévő névjeggyel. A cím és a példa kitalált, nem valódi tagok személyes adata. Az előkészített vagy kimásolt üzenet még nincs elküldve, az elküldést külön kell megerősíteni.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https://forevercard.club/partner/contacts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Körülbelül 1,5 perc. A személyes PRO Coach a már ismert kontextus alapján segít az üzenet, a feladat és az értékelés elkészítésében. Nem küld üzenetet a felhasználó helyett, és nem igazolja a vásárlás megtörténtét. A példakérdés kitalált. Nyilvános webinár alatt ne mutass valódi, privát beszélgetéseket.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https://forevercard.club/partner?view=coach</a:t>
            </a:r>
          </a:p>
          <a:p>
            <a:r>
              <a:t>https://forevercard.club/account-plan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Körülbelül 1,5 perc. Az aktuális program 90 lépést tartalmaz. Az elérhetőség a fiók és a program feltételeitől függ. A befejezetlen lépés addig marad, amíg meg nem erősíted a teljesítését. A program szabályai szerint a következő rendes feladat a mai befejezése után érkezik.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https://forevercard.club/partner</a:t>
            </a:r>
          </a:p>
          <a:p>
            <a:r>
              <a:t>https://forevercard.club/account-plan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Körülbelül 1 perc. A tananyag hat videóleckét tartalmaz, valamint a szponzorral vagy a csapattal folytatott beszélgetéshez kapcsolódó témákat. Mutass egy példakérdést, és azt, hogyan használható egy beszélgetésben. Az FCC-rendszerről 2026. október 4-én készült felvétel.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https://forevercard.club/partner?view=materials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Körülbelül 1,5 perc. A valódi, éles rendszerből származó felvétel dátuma: 2026. október 4. A bemutatóban szereplő időpont csak példa, nem állandó időbeosztás. Minden együttműködő a saját meghívóját használja. A videó és a személyes bevezető a PRO csomagtól függ. A WhatsApp megnyitása nem bizonyítja, hogy az üzenetet elküldték. A meghívót személyre szabhatod, majd te magad oszthatod meg.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https://forevercard.club/partner/share?type=webinar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Körülbelül 2 perc. Marko kitalált példa. A regisztráció különáll a részvételtől, a Zoom-részvétel automatikusan nem igazolható. A vendég visszaigazolást és az elérhető emlékeztetőket kapja meg, a hozzájárulások és az e-mail-cím megerősítése szerint. A másik időpontra történő újbóli regisztráció külön rögzíti a részvételt, és összekapcsolja ugyanazzal a felismert névjeggyel. Ha az azonosság nem állapítható meg egyértelműen, ellenőrzésre van szükség.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https://forevercard.club/partner-webinar?view=activity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Körülbelül 1,5 perc. A PRO csomaggal rendelkező szervező választhat egy alkalmat vagy heti időpontot, nyelvet, valamint azt, hogy a webinár csak a saját meghívottai vagy a teljes, megerősített FCC-csapat számára legyen látható. A csapattagok a saját linkjükkel hívhatnak meg másokat, és ők kapják meg a saját névjegyeiket. A szervező az összesített létszámot látja, mások privát CRM-adatait nem. Az esemény nyelve és a fiók nyelve két külön beállítás.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https://forevercard.club/partner-webinar?view=manage</a:t>
            </a:r>
          </a:p>
          <a:p>
            <a:r>
              <a:t>https://forevercard.club/account-plan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Körülbelül 1 perc. A PRO a megerősített FCC-struktúrát, az összesített CC-adatokat és az előrehaladást jeleníti meg. A CC változása nem bizonyítja, hogy egy adott névjegy egy meghatározott terméket vásárolt. A személyes megkeresést piszkozat, a küldés megerősítése és emlékeztető segíti. Nyilvános bemutató során ne mutass privát csapattagokat és adatokat.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https://forevercard.club/partner/team</a:t>
            </a:r>
          </a:p>
          <a:p>
            <a:r>
              <a:t>https://forevercard.club/account-plan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Körülbelül 2 perc vagy egy rövid bemutató. Ana kitalált példa. Mutass meg egy feladatot és egy előkészített üzenetet anélkül, hogy valóban elküldenéd. Ezután mutasd meg, hol lehet feljegyezni a megállapodást. Ne nyiss meg privát CRM-bejegyzéseket a közönség előtt.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https://forevercard.club/partner</a:t>
            </a:r>
          </a:p>
          <a:p>
            <a:r>
              <a:t>https://forevercard.club/partner/contacts</a:t>
            </a:r>
          </a:p>
          <a:p>
            <a:r>
              <a:t>https://forevercard.club/partner/share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Körülbelül 1 perc. A javasolt ritmus csupán példa a szervezésre, nem a program hivatalos előírása. Az időpontot az aktuális beosztásból válaszd ki. Ne feltételezd, hogy minden csapat szerdán vagy vasárnap, illetve ugyanabban az időpontban találkozik.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https://forevercard.club/partner/share?type=webinar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Körülbelül 1,5 perc. Ez a szponzorral közösen megtett első lépés példája, nem helyettesíti a Saját utam program konkrét feltételeit. A fiók aktiválásának és a programhoz való hozzáférésnek saját feltételei vannak. A tempót igazítsd az illető idejéhez és tudásához.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https://forevercard.club/partner</a:t>
            </a:r>
          </a:p>
          <a:p>
            <a:r>
              <a:t>https://forevercard.club/partner/cards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Körülbelül 1 perc. A tényleges előnyöket 2026. október 4-én ellenőriztük az éles rendszerben. Az árak és a pontos korlátok változhatnak, ezért ezek az FCC-ben jelennek meg. Az oktatás a meglévő program feltételei szerint érhető el. A PRO-előfizetés nem jelent Forever-kvalifikációt, és nem garantál jövedelmet.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https://forevercard.club/account-plan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Körülbelül 2 perc. Bátorítsd a résztvevőket, hogy tegyék fel valódi kérdéseiket. A helyzetnek és a helyi szabályoknak megfelelően válaszolj. Ha nem tudod a választ, jegyezd fel a kérdést, és ellenőrizd hivatalos forrásból vagy az ügyféltámogatásnál. Ne ígérj bevételt.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https://cdn.foreverliving.com/content/MarketingConfigurableContent/HRV/Poslovna%20politika/Poslovna%20politika.pdf</a:t>
            </a:r>
          </a:p>
          <a:p>
            <a:r>
              <a:t>https://forevercard.club/partner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Körülbelül 1 perc. Egyeztess beszélgetést azzal a személlyel, aki meghívta a vendéget, szükség esetén a szponzor vagy a manager bevonásával. A vendégnek nem kell azonnal üzleti döntést hoznia. Ne használj közös kapcsolattartót a személyes meghívó helyett.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https://forevercard.club/partner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fő rész lezárása. Válaszolj a kérdésekre, és emlékeztesd a résztvevőket a személyes beszélgetésre. A kiegészítő diák a marketingtervvel kapcsolatos részletes kérdésekhez használhatók, nem kell minden webináriumon végigvenni őket.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https://forevercard.club/partner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Szükség esetén. A horvát üzletpolitika a személyes bónuszt az értékesítési szinthez, az aktivitáshoz és az előírt alaphoz köti. Az üzletpolitikában a legfeljebb 48%-os kedvezményes árra vonatkozó megfogalmazásnak külön jelentése van. Ez nem jelent minden rendelés után garantált pénzbeli jutalékot. Ne add össze az alapkedvezményt és a bónuszokat úgy, mintha azok biztos nettó jövedelmet jelentenének.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https://cdn.foreverliving.com/content/MarketingConfigurableContent/HRV/Poslovna%20politika/Poslovna%20politika.pdf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Szükség esetén. Horvát üzletpolitika, 10. szakasz. A program aktív, elismert Managernek szól, további feltételekkel és azok fenntartásával. A minősítés három egymást követő hónapig tart. Az ösztönző legfeljebb 36 hónapig járhat. Az üzletpolitikában szereplő maximális összegek USD-ben vannak megadva. A személyes tervhez ellenőrizd a helyi elszámolást és az euróban történő kifizetés feltételeit.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https://cdn.foreverliving.com/content/MarketingConfigurableContent/HRV/Poslovna%20politika/Poslovna%20politika.pdf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Szükség esetén. Ezek az alapvető küszöbértékek, a teljes szabályokat pedig a hatályos helyi üzletpolitika határozza meg. Az Eagle Manager minősítéshez 720 összesített CC, 100 új CC, három új Supervisor-vonal és további feltételek szükségesek. A Global Rally minősítéshez 1.500 összesített CC és 50 új CC szükséges. Az új CC az új vonalak értékesítési volumenét jelenti. A Chairman’s Bonus megszerzéséhez magasabb szintű minősítési feltételek tartoznak, a kifizetés összege pedig nem állandó.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https://cdn.foreverliving.com/content/MarketingConfigurableContent/HRV/Poslovna%20politika/Poslovna%20politika.pdf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Szükség esetén. A horvát üzletpolitika szerint a bónuszokat a következő hónap 15. napján fizetik ki. Az online kereset a hónap 10., 20. és utolsó napja után kerül át a Global Paybe. Az elszámolásnak és a bankszámlára érkező összegnek eltérő határideje lehet. A jövedelem, az adózás és a vállalkozás bejegyzése a tényleges körülményektől függ. Személyes kérdéseiddel fordulj megfelelő képesítéssel rendelkező tanácsadóhoz és a hivatalos ügyféltámogatáshoz.</a:t>
            </a:r>
          </a:p>
          <a:p>
            <a:r>
              <a:t/>
            </a:r>
          </a:p>
          <a:p>
            <a:r>
              <a:t>Források:</a:t>
            </a:r>
          </a:p>
          <a:p>
            <a:r>
              <a:t>https://cdn.foreverliving.com/content/MarketingConfigurableContent/HRV/Poslovna%20politika/Poslovna%20politika.pdf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64707d873445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03b1c9a625400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91a54b21bb4ad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8e0804b00442d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e8e4d02edd4dc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1cdb0906e742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F74769-3CBD-4239-A818-D9166EFEF5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6042203-E90D-4177-99CB-E5E2C734199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E2FCF2E-2D72-496B-8F60-FE46E13BE0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775AFD-5424-4228-AFD5-4BC8664224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3975AA1-4E8D-49F3-B4BE-05D474ECD0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FCF18A8-1252-41C0-8CBF-B3940F037E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E68A17-6C5D-4A77-8C64-27A74687D2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BD60F0C-4409-4658-8236-F7B45BD1BD7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5FBD3C-3E2D-4E80-8CD4-5B20E1124F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0E3664-B48C-4CCF-A458-5AD8D6B31A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b32fd4c33147ec" /><Relationship Type="http://schemas.openxmlformats.org/officeDocument/2006/relationships/slideLayout" Target="/ppt/slideLayouts/slideLayout1.xml" Id="R222ce6330a5b4ca8" /><Relationship Type="http://schemas.openxmlformats.org/officeDocument/2006/relationships/slideLayout" Target="/ppt/slideLayouts/slideLayout2.xml" Id="R6b5e57ad54854d85" /><Relationship Type="http://schemas.openxmlformats.org/officeDocument/2006/relationships/slideLayout" Target="/ppt/slideLayouts/slideLayout3.xml" Id="Rab436a0ab7cb4f40" /><Relationship Type="http://schemas.openxmlformats.org/officeDocument/2006/relationships/slideLayout" Target="/ppt/slideLayouts/slideLayout4.xml" Id="R918e832eccb44b54" /><Relationship Type="http://schemas.openxmlformats.org/officeDocument/2006/relationships/slideLayout" Target="/ppt/slideLayouts/slideLayout5.xml" Id="Rf01cc88d49c044cf" /><Relationship Type="http://schemas.openxmlformats.org/officeDocument/2006/relationships/slideLayout" Target="/ppt/slideLayouts/slideLayout6.xml" Id="Rbb2fac1f08344b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2ce6330a5b4ca8"/>
    <p:sldLayoutId xmlns:r="http://schemas.openxmlformats.org/officeDocument/2006/relationships" id="2147483650" r:id="R6b5e57ad54854d85"/>
    <p:sldLayoutId xmlns:r="http://schemas.openxmlformats.org/officeDocument/2006/relationships" id="2147483651" r:id="Rab436a0ab7cb4f40"/>
    <p:sldLayoutId xmlns:r="http://schemas.openxmlformats.org/officeDocument/2006/relationships" id="2147483652" r:id="R918e832eccb44b54"/>
    <p:sldLayoutId xmlns:r="http://schemas.openxmlformats.org/officeDocument/2006/relationships" id="2147483653" r:id="Rf01cc88d49c044cf"/>
    <p:sldLayoutId xmlns:r="http://schemas.openxmlformats.org/officeDocument/2006/relationships" id="2147483654" r:id="Rbb2fac1f08344b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e8b876870b4bd3" /><Relationship Type="http://schemas.openxmlformats.org/officeDocument/2006/relationships/image" Target="/ppt/media/image.jpeg" Id="R034c0eeccf4948c0" /><Relationship Type="http://schemas.openxmlformats.org/officeDocument/2006/relationships/image" Target="/ppt/media/image.png" Id="R2b8d2ff69cca4c51" /><Relationship Type="http://schemas.openxmlformats.org/officeDocument/2006/relationships/notesSlide" Target="/ppt/notesSlides/notesSlide1.xml" Id="R81b9f33499044c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036672317249bc" /><Relationship Type="http://schemas.openxmlformats.org/officeDocument/2006/relationships/image" Target="/ppt/media/image2.png" Id="R83eae1d8ff684ca8" /><Relationship Type="http://schemas.openxmlformats.org/officeDocument/2006/relationships/image" Target="/ppt/media/image2.jpeg" Id="R7d26e2f4bdc14ea7" /><Relationship Type="http://schemas.openxmlformats.org/officeDocument/2006/relationships/notesSlide" Target="/ppt/notesSlides/notesSlide2.xml" Id="Rb7545ed1f51d4e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c735092e2049a9" /><Relationship Type="http://schemas.openxmlformats.org/officeDocument/2006/relationships/image" Target="/ppt/media/image3.png" Id="R242c0c3a74d44c3e" /><Relationship Type="http://schemas.openxmlformats.org/officeDocument/2006/relationships/notesSlide" Target="/ppt/notesSlides/notesSlide3.xml" Id="Rf304fb9e41e44f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17a4223055445a" /><Relationship Type="http://schemas.openxmlformats.org/officeDocument/2006/relationships/image" Target="/ppt/media/image4.png" Id="Rdae54c54c13e41c1" /><Relationship Type="http://schemas.openxmlformats.org/officeDocument/2006/relationships/image" Target="/ppt/media/image3.jpeg" Id="Ra3daa3908981400c" /><Relationship Type="http://schemas.openxmlformats.org/officeDocument/2006/relationships/notesSlide" Target="/ppt/notesSlides/notesSlide4.xml" Id="R0285fcbda83549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1b2435988947ea" /><Relationship Type="http://schemas.openxmlformats.org/officeDocument/2006/relationships/image" Target="/ppt/media/image5.png" Id="Rba10fc9d1268426c" /><Relationship Type="http://schemas.openxmlformats.org/officeDocument/2006/relationships/image" Target="/ppt/media/image6.png" Id="R5eebdc2fa42747ce" /><Relationship Type="http://schemas.openxmlformats.org/officeDocument/2006/relationships/notesSlide" Target="/ppt/notesSlides/notesSlide5.xml" Id="Rfecf98df9a1a4e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d898239d1c4bc7" /><Relationship Type="http://schemas.openxmlformats.org/officeDocument/2006/relationships/image" Target="/ppt/media/image7.png" Id="Rc418f7fc157f4c3e" /><Relationship Type="http://schemas.openxmlformats.org/officeDocument/2006/relationships/image" Target="/ppt/media/image4.jpeg" Id="R760ec06578814d61" /><Relationship Type="http://schemas.openxmlformats.org/officeDocument/2006/relationships/image" Target="/ppt/media/image5.jpeg" Id="R67e74f1e1fe24f58" /><Relationship Type="http://schemas.openxmlformats.org/officeDocument/2006/relationships/notesSlide" Target="/ppt/notesSlides/notesSlide6.xml" Id="Rfe88255fd57641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b6062e5e124a0a" /><Relationship Type="http://schemas.openxmlformats.org/officeDocument/2006/relationships/image" Target="/ppt/media/image8.png" Id="R9d24496200b841ee" /><Relationship Type="http://schemas.openxmlformats.org/officeDocument/2006/relationships/notesSlide" Target="/ppt/notesSlides/notesSlide7.xml" Id="R299db23e058f4f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d1c24b5618406a" /><Relationship Type="http://schemas.openxmlformats.org/officeDocument/2006/relationships/image" Target="/ppt/media/image9.png" Id="R051be96e5b284a3e" /><Relationship Type="http://schemas.openxmlformats.org/officeDocument/2006/relationships/notesSlide" Target="/ppt/notesSlides/notesSlide8.xml" Id="R0e3bd16dd9f740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0e6f8c9f284a17" /><Relationship Type="http://schemas.openxmlformats.org/officeDocument/2006/relationships/image" Target="/ppt/media/image10.png" Id="Rf661f195b5314748" /><Relationship Type="http://schemas.openxmlformats.org/officeDocument/2006/relationships/notesSlide" Target="/ppt/notesSlides/notesSlide9.xml" Id="Re8ee2aa0c2d745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528d2b8f874644" /><Relationship Type="http://schemas.openxmlformats.org/officeDocument/2006/relationships/image" Target="/ppt/media/image11.png" Id="Redb93a4280434ff1" /><Relationship Type="http://schemas.openxmlformats.org/officeDocument/2006/relationships/notesSlide" Target="/ppt/notesSlides/notesSlide10.xml" Id="R6cb81f1d52bb48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9ab9d061bb401c" /><Relationship Type="http://schemas.openxmlformats.org/officeDocument/2006/relationships/image" Target="/ppt/media/image12.png" Id="R5bc897ca9a314817" /><Relationship Type="http://schemas.openxmlformats.org/officeDocument/2006/relationships/notesSlide" Target="/ppt/notesSlides/notesSlide11.xml" Id="R21c3170dc7f34b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fc977a777745a7" /><Relationship Type="http://schemas.openxmlformats.org/officeDocument/2006/relationships/image" Target="/ppt/media/image13.png" Id="Rc8567ceef5234c8d" /><Relationship Type="http://schemas.openxmlformats.org/officeDocument/2006/relationships/notesSlide" Target="/ppt/notesSlides/notesSlide12.xml" Id="R8a3483c1ab694df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2506bf467547bd" /><Relationship Type="http://schemas.openxmlformats.org/officeDocument/2006/relationships/image" Target="/ppt/media/image14.png" Id="Rf83108d97d584295" /><Relationship Type="http://schemas.openxmlformats.org/officeDocument/2006/relationships/notesSlide" Target="/ppt/notesSlides/notesSlide13.xml" Id="Rb81f8c0116bd4fe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6c16df8f9b4a2d" /><Relationship Type="http://schemas.openxmlformats.org/officeDocument/2006/relationships/notesSlide" Target="/ppt/notesSlides/notesSlide14.xml" Id="R744adfba47b3489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62801bc3f64cec" /><Relationship Type="http://schemas.openxmlformats.org/officeDocument/2006/relationships/image" Target="/ppt/media/image15.png" Id="R96ec4f327d4d4f96" /><Relationship Type="http://schemas.openxmlformats.org/officeDocument/2006/relationships/notesSlide" Target="/ppt/notesSlides/notesSlide15.xml" Id="R28a7cd00d350454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80e1010a4749a2" /><Relationship Type="http://schemas.openxmlformats.org/officeDocument/2006/relationships/image" Target="/ppt/media/image16.png" Id="Rc17e468844c54e84" /><Relationship Type="http://schemas.openxmlformats.org/officeDocument/2006/relationships/image" Target="/ppt/media/image6.jpeg" Id="R94ff2c7901084e46" /><Relationship Type="http://schemas.openxmlformats.org/officeDocument/2006/relationships/notesSlide" Target="/ppt/notesSlides/notesSlide16.xml" Id="Ree7c05797a5148f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a9fcec88d4440c" /><Relationship Type="http://schemas.openxmlformats.org/officeDocument/2006/relationships/image" Target="/ppt/media/image17.png" Id="R595a642bf0454749" /><Relationship Type="http://schemas.openxmlformats.org/officeDocument/2006/relationships/notesSlide" Target="/ppt/notesSlides/notesSlide17.xml" Id="R989c80c1ab7649a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37c883443c4227" /><Relationship Type="http://schemas.openxmlformats.org/officeDocument/2006/relationships/image" Target="/ppt/media/image18.png" Id="Rcc997d641f674b2e" /><Relationship Type="http://schemas.openxmlformats.org/officeDocument/2006/relationships/notesSlide" Target="/ppt/notesSlides/notesSlide18.xml" Id="R8d03a8edfbe44b2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1ab6cc4d054267" /><Relationship Type="http://schemas.openxmlformats.org/officeDocument/2006/relationships/image" Target="/ppt/media/image19.png" Id="R64b74fa4d54445c9" /><Relationship Type="http://schemas.openxmlformats.org/officeDocument/2006/relationships/notesSlide" Target="/ppt/notesSlides/notesSlide19.xml" Id="R73252235dda1420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4f72282a1f43c7" /><Relationship Type="http://schemas.openxmlformats.org/officeDocument/2006/relationships/image" Target="/ppt/media/image20.png" Id="R5343d6ff4c174578" /><Relationship Type="http://schemas.openxmlformats.org/officeDocument/2006/relationships/notesSlide" Target="/ppt/notesSlides/notesSlide20.xml" Id="R1ae34887bf6b469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d28d195f35443d" /><Relationship Type="http://schemas.openxmlformats.org/officeDocument/2006/relationships/image" Target="/ppt/media/image21.png" Id="Rd2520270cdcb44be" /><Relationship Type="http://schemas.openxmlformats.org/officeDocument/2006/relationships/image" Target="/ppt/media/image7.jpeg" Id="Rc24afb3e1b784e7e" /><Relationship Type="http://schemas.openxmlformats.org/officeDocument/2006/relationships/notesSlide" Target="/ppt/notesSlides/notesSlide21.xml" Id="Rbc0de2a1637e4a5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16aecb56c245ae" /><Relationship Type="http://schemas.openxmlformats.org/officeDocument/2006/relationships/image" Target="/ppt/media/image22.png" Id="R9e74150305fa4111" /><Relationship Type="http://schemas.openxmlformats.org/officeDocument/2006/relationships/image" Target="/ppt/media/image8.jpeg" Id="R1e50648732a948d2" /><Relationship Type="http://schemas.openxmlformats.org/officeDocument/2006/relationships/notesSlide" Target="/ppt/notesSlides/notesSlide22.xml" Id="R30e134802af8440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e27ec12d1a473a" /><Relationship Type="http://schemas.openxmlformats.org/officeDocument/2006/relationships/image" Target="/ppt/media/image23.png" Id="R767dfad8865d4072" /><Relationship Type="http://schemas.openxmlformats.org/officeDocument/2006/relationships/notesSlide" Target="/ppt/notesSlides/notesSlide23.xml" Id="Rcdffd40f7fb54e0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4213f8477847af" /><Relationship Type="http://schemas.openxmlformats.org/officeDocument/2006/relationships/image" Target="/ppt/media/image24.png" Id="R91a2746f4c374b45" /><Relationship Type="http://schemas.openxmlformats.org/officeDocument/2006/relationships/notesSlide" Target="/ppt/notesSlides/notesSlide24.xml" Id="Re08558424ab0423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1ef9866f844b13" /><Relationship Type="http://schemas.openxmlformats.org/officeDocument/2006/relationships/image" Target="/ppt/media/image25.png" Id="R59ec47a19bc2488c" /><Relationship Type="http://schemas.openxmlformats.org/officeDocument/2006/relationships/notesSlide" Target="/ppt/notesSlides/notesSlide25.xml" Id="Rfe051ce0ad3743a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4e216661cb46d8" /><Relationship Type="http://schemas.openxmlformats.org/officeDocument/2006/relationships/notesSlide" Target="/ppt/notesSlides/notesSlide26.xml" Id="Rd955d76780a0445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1edf40b97d430e" /><Relationship Type="http://schemas.openxmlformats.org/officeDocument/2006/relationships/image" Target="/ppt/media/image26.png" Id="R5fc007ce49884a48" /><Relationship Type="http://schemas.openxmlformats.org/officeDocument/2006/relationships/notesSlide" Target="/ppt/notesSlides/notesSlide27.xml" Id="R6e2c3395d089417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20138f73cd44f4" /><Relationship Type="http://schemas.openxmlformats.org/officeDocument/2006/relationships/image" Target="/ppt/media/image27.png" Id="R2ce76662dc9b4623" /><Relationship Type="http://schemas.openxmlformats.org/officeDocument/2006/relationships/notesSlide" Target="/ppt/notesSlides/notesSlide28.xml" Id="R26fc3c5b9f414fd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9355eb3c3e4fc5" /><Relationship Type="http://schemas.openxmlformats.org/officeDocument/2006/relationships/image" Target="/ppt/media/image28.png" Id="R5e6a51b14994433f" /><Relationship Type="http://schemas.openxmlformats.org/officeDocument/2006/relationships/notesSlide" Target="/ppt/notesSlides/notesSlide29.xml" Id="Rc99cf4ce3b1f4ee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4d39c204f04178" /><Relationship Type="http://schemas.openxmlformats.org/officeDocument/2006/relationships/image" Target="/ppt/media/image29.png" Id="R90f9cc35fcf0450c" /><Relationship Type="http://schemas.openxmlformats.org/officeDocument/2006/relationships/notesSlide" Target="/ppt/notesSlides/notesSlide30.xml" Id="R84d2f32132a4487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187c0cea7e4553" /><Relationship Type="http://schemas.openxmlformats.org/officeDocument/2006/relationships/image" Target="/ppt/media/image30.png" Id="R83eb3923d8184bad" /><Relationship Type="http://schemas.openxmlformats.org/officeDocument/2006/relationships/notesSlide" Target="/ppt/notesSlides/notesSlide31.xml" Id="R041eb70f80e446a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ab2bf6fa284ec2" /><Relationship Type="http://schemas.openxmlformats.org/officeDocument/2006/relationships/notesSlide" Target="/ppt/notesSlides/notesSlide32.xml" Id="Rfba93b99e45c4dc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ee66e90d034c10" /><Relationship Type="http://schemas.openxmlformats.org/officeDocument/2006/relationships/image" Target="/ppt/media/image31.png" Id="R36ae438961544b63" /><Relationship Type="http://schemas.openxmlformats.org/officeDocument/2006/relationships/notesSlide" Target="/ppt/notesSlides/notesSlide33.xml" Id="R5a1843e749774ba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2c9e6ee3d842b0" /><Relationship Type="http://schemas.openxmlformats.org/officeDocument/2006/relationships/image" Target="/ppt/media/image32.png" Id="R9c5ed023181f4870" /><Relationship Type="http://schemas.openxmlformats.org/officeDocument/2006/relationships/notesSlide" Target="/ppt/notesSlides/notesSlide34.xml" Id="R0496a57b86264bb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a51a4052a9476f" /><Relationship Type="http://schemas.openxmlformats.org/officeDocument/2006/relationships/image" Target="/ppt/media/image33.png" Id="R58ce5c4bc3ef4c8b" /><Relationship Type="http://schemas.openxmlformats.org/officeDocument/2006/relationships/notesSlide" Target="/ppt/notesSlides/notesSlide35.xml" Id="R2fc1dca00dc3471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3230092d6b4ea4" /><Relationship Type="http://schemas.openxmlformats.org/officeDocument/2006/relationships/image" Target="/ppt/media/image34.png" Id="R94ed22d42f074bff" /><Relationship Type="http://schemas.openxmlformats.org/officeDocument/2006/relationships/notesSlide" Target="/ppt/notesSlides/notesSlide36.xml" Id="R31e5ae07ec8642d3" 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A7AC97BE-995D-43C8-B710-19D4F10EEBAB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" name="">
            <a:extLst>
              <a:ext uri="{FF2B5EF4-FFF2-40B4-BE49-F238E27FC236}">
                <ns2:creationId id="{256D1567-1E22-4203-8C6B-FAC7BC7E5857}"/>
              </a:ext>
            </a:extLst>
          </p:cNvPr>
          <p:cNvPicPr>
            <a:picLocks noChangeAspect="1"/>
          </p:cNvPicPr>
          <p:nvPr/>
        </p:nvPicPr>
        <p:blipFill>
          <a:blip r:embed="R034c0eeccf4948c0"/>
          <a:srcRect l="24610" t="0" r="24610" b="0"/>
          <a:stretch>
            <a:fillRect l="0" t="0" r="0" b="0"/>
          </a:stretch>
        </p:blipFill>
        <p:spPr>
          <a:xfrm>
            <a:off x="6810375" y="0"/>
            <a:ext cx="5381625" cy="6858000"/>
          </a:xfrm>
          <a:prstGeom prst="rect">
            <a:avLst/>
          </a:prstGeom>
        </p:spPr>
      </p:pic>
      <p:pic>
        <p:nvPicPr>
          <p:cNvPr id="3" name="">
            <a:extLst>
              <a:ext uri="{FF2B5EF4-FFF2-40B4-BE49-F238E27FC236}">
                <ns2:creationId id="{95EA2546-934B-459A-AC59-934CC0E1E9C1}"/>
              </a:ext>
            </a:extLst>
          </p:cNvPr>
          <p:cNvPicPr>
            <a:picLocks noChangeAspect="1"/>
          </p:cNvPicPr>
          <p:nvPr/>
        </p:nvPicPr>
        <p:blipFill>
          <a:blip r:embed="R2b8d2ff69cca4c51"/>
          <a:stretch/>
        </p:blipFill>
        <p:spPr>
          <a:xfrm>
            <a:off x="609600" y="463276"/>
            <a:ext cx="2457450" cy="635547"/>
          </a:xfrm>
          <a:prstGeom prst="rect">
            <a:avLst/>
          </a:prstGeom>
        </p:spPr>
      </p:pic>
      <p:sp>
        <p:nvSpPr>
          <p:cNvPr id="4" name="">
            <a:extLst>
              <a:ext uri="{FF2B5EF4-FFF2-40B4-BE49-F238E27FC236}">
                <ns2:creationId id="{7A84D4CA-7994-4015-BA7A-862B8C85D61A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6191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9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49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49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Forever és FCC</a:t>
            </a:r>
          </a:p>
        </p:txBody>
      </p:sp>
      <p:sp>
        <p:nvSpPr>
          <p:cNvPr id="5" name="">
            <a:extLst>
              <a:ext uri="{FF2B5EF4-FFF2-40B4-BE49-F238E27FC236}">
                <ns2:creationId id="{FC0596C7-1725-4D0C-95AB-F7C38913635E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6115050" cy="167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5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52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Üzleti lehetőség</a:t>
            </a:r>
          </a:p>
          <a:p>
            <a:pPr>
              <a:defRPr sz="5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52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a gyakorlatban</a:t>
            </a:r>
          </a:p>
        </p:txBody>
      </p:sp>
      <p:sp>
        <p:nvSpPr>
          <p:cNvPr id="6" name="">
            <a:extLst>
              <a:ext uri="{FF2B5EF4-FFF2-40B4-BE49-F238E27FC236}">
                <ns2:creationId id="{1753A05F-C655-42C5-8499-56D405EA3424}"/>
              </a:ext>
            </a:extLst>
          </p:cNvPr>
          <p:cNvSpPr>
            <a:spLocks noGrp="1"/>
          </p:cNvSpPr>
          <p:nvPr/>
        </p:nvSpPr>
        <p:spPr>
          <a:xfrm>
            <a:off x="609600" y="5067300"/>
            <a:ext cx="577215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Termékek, együttműködés és mindennapi munka digitális támogatással.</a:t>
            </a:r>
          </a:p>
        </p:txBody>
      </p:sp>
    </p:spTree>
    <p:extLst>
      <p:ext uri="{BB962C8B-B14F-4D97-AF65-F5344CB8AC3E}">
        <ns4:creationId val="1491815882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>
            <a:extLst>
              <a:ext uri="{FF2B5EF4-FFF2-40B4-BE49-F238E27FC236}">
                <ns2:creationId id="{744F585C-B6A5-433C-8BE0-CC464C4C779F}"/>
              </a:ext>
            </a:extLst>
          </p:cNvPr>
          <p:cNvPicPr>
            <a:picLocks noChangeAspect="1"/>
          </p:cNvPicPr>
          <p:nvPr/>
        </p:nvPicPr>
        <p:blipFill>
          <a:blip r:embed="R83eae1d8ff684ca8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A68AD40D-226F-4ECC-A3CD-2A2C9C7D53B2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Naslov">
            <a:extLst>
              <a:ext uri="{FF2B5EF4-FFF2-40B4-BE49-F238E27FC236}">
                <ns2:creationId id="{1176B0B2-066B-4212-A51F-514684F66C87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A házigazdáitok</a:t>
            </a:r>
          </a:p>
        </p:txBody>
      </p:sp>
      <p:sp>
        <p:nvSpPr>
          <p:cNvPr id="4" name="Predavač, ime">
            <a:extLst>
              <a:ext uri="{FF2B5EF4-FFF2-40B4-BE49-F238E27FC236}">
                <ns2:creationId id="{8C10299F-EDB2-4E7F-B49E-4F214720F8FE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5381625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97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97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975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Stjepan és</a:t>
            </a:r>
          </a:p>
          <a:p>
            <a:pPr>
              <a:defRPr sz="397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975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Snježana Beloša</a:t>
            </a:r>
          </a:p>
        </p:txBody>
      </p:sp>
      <p:sp>
        <p:nvSpPr>
          <p:cNvPr id="5" name="Predavač, opis">
            <a:extLst>
              <a:ext uri="{FF2B5EF4-FFF2-40B4-BE49-F238E27FC236}">
                <ns2:creationId id="{C8BD6CD1-D5ED-485E-A612-0D7A42166A3E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5076825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2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A Forever Card Club alkotói</a:t>
            </a:r>
          </a:p>
          <a:p>
            <a:pPr>
              <a:defRPr sz="22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2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és a csapatunk mentorai.</a:t>
            </a:r>
          </a:p>
        </p:txBody>
      </p:sp>
      <p:sp>
        <p:nvSpPr>
          <p:cNvPr id="6" name="Predavač, osobna poruka">
            <a:extLst>
              <a:ext uri="{FF2B5EF4-FFF2-40B4-BE49-F238E27FC236}">
                <ns2:creationId id="{C7EB62E8-86BA-442F-820A-95F8E087C2C6}"/>
              </a:ext>
            </a:extLst>
          </p:cNvPr>
          <p:cNvSpPr>
            <a:spLocks noGrp="1"/>
          </p:cNvSpPr>
          <p:nvPr/>
        </p:nvSpPr>
        <p:spPr>
          <a:xfrm>
            <a:off x="609600" y="5124450"/>
            <a:ext cx="50768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0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100" b="0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Segítünk megérteni a lehetőségeket, és megvalósítható kezdést választani.</a:t>
            </a:r>
          </a:p>
        </p:txBody>
      </p:sp>
      <p:pic>
        <p:nvPicPr>
          <p:cNvPr id="7" name="">
            <a:extLst>
              <a:ext uri="{FF2B5EF4-FFF2-40B4-BE49-F238E27FC236}">
                <ns2:creationId id="{1CC6FBA4-AAA8-41D9-9116-49E85FDFC736}"/>
              </a:ext>
            </a:extLst>
          </p:cNvPr>
          <p:cNvPicPr>
            <a:picLocks noChangeAspect="1"/>
          </p:cNvPicPr>
          <p:nvPr/>
        </p:nvPicPr>
        <p:blipFill>
          <a:blip r:embed="R7d26e2f4bdc14ea7"/>
          <a:srcRect l="0" t="63" r="0" b="63"/>
          <a:stretch>
            <a:fillRect l="0" t="0" r="0" b="0"/>
          </a:stretch>
        </p:blipFill>
        <p:spPr>
          <a:xfrm>
            <a:off x="6572250" y="1952625"/>
            <a:ext cx="5010150" cy="3752850"/>
          </a:xfrm>
          <a:prstGeom prst="rect">
            <a:avLst/>
          </a:prstGeom>
        </p:spPr>
      </p:pic>
    </p:spTree>
    <p:extLst>
      <p:ext uri="{BB962C8B-B14F-4D97-AF65-F5344CB8AC3E}">
        <ns4:creationId val="1588096114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6" name="">
            <a:extLst>
              <a:ext uri="{FF2B5EF4-FFF2-40B4-BE49-F238E27FC236}">
                <ns2:creationId id="{5E6FCE42-34ED-49DB-917B-885BF7A07AF1}"/>
              </a:ext>
            </a:extLst>
          </p:cNvPr>
          <p:cNvPicPr>
            <a:picLocks noChangeAspect="1"/>
          </p:cNvPicPr>
          <p:nvPr/>
        </p:nvPicPr>
        <p:blipFill>
          <a:blip r:embed="R242c0c3a74d44c3e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1B1032C0-79B5-4738-8E25-D6937A3C85AE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Naslov">
            <a:extLst>
              <a:ext uri="{FF2B5EF4-FFF2-40B4-BE49-F238E27FC236}">
                <ns2:creationId id="{0C2BCB8F-C404-42C6-BD3A-B39A251103DF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Amit ma megismersz</a:t>
            </a:r>
          </a:p>
        </p:txBody>
      </p:sp>
      <p:sp>
        <p:nvSpPr>
          <p:cNvPr id="4" name="">
            <a:extLst>
              <a:ext uri="{FF2B5EF4-FFF2-40B4-BE49-F238E27FC236}">
                <ns2:creationId id="{7090349B-17CB-4069-9021-E9AC8929150C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B790FCFE-A2F7-46DA-9AAA-E3D158B44E5E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Forever</a:t>
            </a:r>
          </a:p>
        </p:txBody>
      </p:sp>
      <p:sp>
        <p:nvSpPr>
          <p:cNvPr id="6" name="">
            <a:extLst>
              <a:ext uri="{FF2B5EF4-FFF2-40B4-BE49-F238E27FC236}">
                <ns2:creationId id="{62CF0980-2434-4AA9-A846-7ADF450EF6D5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Termékek, hivatalos rendelés és üzleti szabályok.</a:t>
            </a:r>
          </a:p>
        </p:txBody>
      </p:sp>
      <p:sp>
        <p:nvSpPr>
          <p:cNvPr id="7" name="">
            <a:extLst>
              <a:ext uri="{FF2B5EF4-FFF2-40B4-BE49-F238E27FC236}">
                <ns2:creationId id="{8096E1E2-CF39-4546-9C54-85736B904FB3}"/>
              </a:ext>
            </a:extLst>
          </p:cNvPr>
          <p:cNvSpPr>
            <a:spLocks noGrp="1"/>
          </p:cNvSpPr>
          <p:nvPr/>
        </p:nvSpPr>
        <p:spPr>
          <a:xfrm>
            <a:off x="609600" y="28384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D93BAFA1-E082-42C0-AF07-8A3F5D4A51BF}"/>
              </a:ext>
            </a:extLst>
          </p:cNvPr>
          <p:cNvSpPr>
            <a:spLocks noGrp="1"/>
          </p:cNvSpPr>
          <p:nvPr/>
        </p:nvSpPr>
        <p:spPr>
          <a:xfrm>
            <a:off x="1257300" y="28384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A választásod</a:t>
            </a:r>
          </a:p>
        </p:txBody>
      </p:sp>
      <p:sp>
        <p:nvSpPr>
          <p:cNvPr id="9" name="">
            <a:extLst>
              <a:ext uri="{FF2B5EF4-FFF2-40B4-BE49-F238E27FC236}">
                <ns2:creationId id="{DC87F678-8ACE-44B6-8B16-8B5A0F8B7F0C}"/>
              </a:ext>
            </a:extLst>
          </p:cNvPr>
          <p:cNvSpPr>
            <a:spLocks noGrp="1"/>
          </p:cNvSpPr>
          <p:nvPr/>
        </p:nvSpPr>
        <p:spPr>
          <a:xfrm>
            <a:off x="1257300" y="32480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Termékhasználat vagy saját vállalkozásod fejlesztése.</a:t>
            </a:r>
          </a:p>
        </p:txBody>
      </p:sp>
      <p:sp>
        <p:nvSpPr>
          <p:cNvPr id="10" name="">
            <a:extLst>
              <a:ext uri="{FF2B5EF4-FFF2-40B4-BE49-F238E27FC236}">
                <ns2:creationId id="{3860522A-792D-4373-A4F3-28F5656DBD92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34D75F7B-C2E5-44A0-9838-83056B206B41}"/>
              </a:ext>
            </a:extLst>
          </p:cNvPr>
          <p:cNvSpPr>
            <a:spLocks noGrp="1"/>
          </p:cNvSpPr>
          <p:nvPr/>
        </p:nvSpPr>
        <p:spPr>
          <a:xfrm>
            <a:off x="1257300" y="37147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Az FCC a gyakorlatban</a:t>
            </a:r>
          </a:p>
        </p:txBody>
      </p:sp>
      <p:sp>
        <p:nvSpPr>
          <p:cNvPr id="12" name="">
            <a:extLst>
              <a:ext uri="{FF2B5EF4-FFF2-40B4-BE49-F238E27FC236}">
                <ns2:creationId id="{C9D45EDC-05EA-4018-BAB4-F46975DFEACA}"/>
              </a:ext>
            </a:extLst>
          </p:cNvPr>
          <p:cNvSpPr>
            <a:spLocks noGrp="1"/>
          </p:cNvSpPr>
          <p:nvPr/>
        </p:nvSpPr>
        <p:spPr>
          <a:xfrm>
            <a:off x="1257300" y="41243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Személyes ajánlás, kapcsolatok, webinárium és támogatás.</a:t>
            </a:r>
          </a:p>
        </p:txBody>
      </p:sp>
      <p:sp>
        <p:nvSpPr>
          <p:cNvPr id="13" name="">
            <a:extLst>
              <a:ext uri="{FF2B5EF4-FFF2-40B4-BE49-F238E27FC236}">
                <ns2:creationId id="{2E7A5D7F-6A19-4AFA-BB4D-57AF548C10AF}"/>
              </a:ext>
            </a:extLst>
          </p:cNvPr>
          <p:cNvSpPr>
            <a:spLocks noGrp="1"/>
          </p:cNvSpPr>
          <p:nvPr/>
        </p:nvSpPr>
        <p:spPr>
          <a:xfrm>
            <a:off x="609600" y="45910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">
            <a:extLst>
              <a:ext uri="{FF2B5EF4-FFF2-40B4-BE49-F238E27FC236}">
                <ns2:creationId id="{E46D0B6C-8B28-440C-9B75-E7B279A7BD4E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Az első hét</a:t>
            </a:r>
          </a:p>
        </p:txBody>
      </p:sp>
      <p:sp>
        <p:nvSpPr>
          <p:cNvPr id="15" name="">
            <a:extLst>
              <a:ext uri="{FF2B5EF4-FFF2-40B4-BE49-F238E27FC236}">
                <ns2:creationId id="{6829D74A-201C-438E-A0A9-426869F09F1D}"/>
              </a:ext>
            </a:extLst>
          </p:cNvPr>
          <p:cNvSpPr>
            <a:spLocks noGrp="1"/>
          </p:cNvSpPr>
          <p:nvPr/>
        </p:nvSpPr>
        <p:spPr>
          <a:xfrm>
            <a:off x="1257300" y="50006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Konkrét kezdés azzal, aki meghívott.</a:t>
            </a:r>
          </a:p>
        </p:txBody>
      </p:sp>
    </p:spTree>
    <p:extLst>
      <p:ext uri="{BB962C8B-B14F-4D97-AF65-F5344CB8AC3E}">
        <ns4:creationId val="15104013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>
            <a:extLst>
              <a:ext uri="{FF2B5EF4-FFF2-40B4-BE49-F238E27FC236}">
                <ns2:creationId id="{031F2DBE-3CEF-4AB1-808D-82DFD8D39AE4}"/>
              </a:ext>
            </a:extLst>
          </p:cNvPr>
          <p:cNvPicPr>
            <a:picLocks noChangeAspect="1"/>
          </p:cNvPicPr>
          <p:nvPr/>
        </p:nvPicPr>
        <p:blipFill>
          <a:blip r:embed="Rdae54c54c13e41c1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A8A277E5-B6B2-4E06-B214-ACC2911CBCFB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Naslov">
            <a:extLst>
              <a:ext uri="{FF2B5EF4-FFF2-40B4-BE49-F238E27FC236}">
                <ns2:creationId id="{B03E3510-0DEE-482B-A50E-CCFBC65CBF8B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Forever Living Products</a:t>
            </a:r>
          </a:p>
        </p:txBody>
      </p:sp>
      <p:sp>
        <p:nvSpPr>
          <p:cNvPr id="4" name="">
            <a:extLst>
              <a:ext uri="{FF2B5EF4-FFF2-40B4-BE49-F238E27FC236}">
                <ns2:creationId id="{D1A63BA3-11AF-41C5-A0DB-F238BF1FED1D}"/>
              </a:ext>
            </a:extLst>
          </p:cNvPr>
          <p:cNvSpPr>
            <a:spLocks noGrp="1"/>
          </p:cNvSpPr>
          <p:nvPr/>
        </p:nvSpPr>
        <p:spPr>
          <a:xfrm>
            <a:off x="609600" y="2133600"/>
            <a:ext cx="5353050" cy="1495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81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81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81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1978.</a:t>
            </a:r>
          </a:p>
        </p:txBody>
      </p:sp>
      <p:sp>
        <p:nvSpPr>
          <p:cNvPr id="5" name="">
            <a:extLst>
              <a:ext uri="{FF2B5EF4-FFF2-40B4-BE49-F238E27FC236}">
                <ns2:creationId id="{3E7CC058-7669-4F2A-8739-E7D03E723F65}"/>
              </a:ext>
            </a:extLst>
          </p:cNvPr>
          <p:cNvSpPr>
            <a:spLocks noGrp="1"/>
          </p:cNvSpPr>
          <p:nvPr/>
        </p:nvSpPr>
        <p:spPr>
          <a:xfrm>
            <a:off x="647700" y="3609975"/>
            <a:ext cx="4953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7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7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75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Az alapítás éve</a:t>
            </a:r>
          </a:p>
        </p:txBody>
      </p:sp>
      <p:sp>
        <p:nvSpPr>
          <p:cNvPr id="6" name="">
            <a:extLst>
              <a:ext uri="{FF2B5EF4-FFF2-40B4-BE49-F238E27FC236}">
                <ns2:creationId id="{9F9A23A7-5EC9-47CD-A30C-C9479DD7485A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5248275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2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Nemzetközi vállalat termékekkel, értékesítési hálózattal és hivatalos üzleti szabályokkal.</a:t>
            </a:r>
          </a:p>
        </p:txBody>
      </p:sp>
      <p:pic>
        <p:nvPicPr>
          <p:cNvPr id="7" name="">
            <a:extLst>
              <a:ext uri="{FF2B5EF4-FFF2-40B4-BE49-F238E27FC236}">
                <ns2:creationId id="{0B1CC924-CD88-4010-9FE5-A5B82838F629}"/>
              </a:ext>
            </a:extLst>
          </p:cNvPr>
          <p:cNvPicPr>
            <a:picLocks noChangeAspect="1"/>
          </p:cNvPicPr>
          <p:nvPr/>
        </p:nvPicPr>
        <p:blipFill>
          <a:blip r:embed="Ra3daa3908981400c"/>
          <a:srcRect l="2187" t="0" r="2187" b="0"/>
          <a:stretch>
            <a:fillRect l="0" t="0" r="0" b="0"/>
          </a:stretch>
        </p:blipFill>
        <p:spPr>
          <a:xfrm>
            <a:off x="6438900" y="2057400"/>
            <a:ext cx="5143500" cy="3429000"/>
          </a:xfrm>
          <a:prstGeom prst="rect">
            <a:avLst/>
          </a:prstGeom>
        </p:spPr>
      </p:pic>
    </p:spTree>
    <p:extLst>
      <p:ext uri="{BB962C8B-B14F-4D97-AF65-F5344CB8AC3E}">
        <ns4:creationId val="708542696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7" name="">
            <a:extLst>
              <a:ext uri="{FF2B5EF4-FFF2-40B4-BE49-F238E27FC236}">
                <ns2:creationId id="{8C8D58AB-6E9E-4036-91B3-2CE93502D8AF}"/>
              </a:ext>
            </a:extLst>
          </p:cNvPr>
          <p:cNvPicPr>
            <a:picLocks noChangeAspect="1"/>
          </p:cNvPicPr>
          <p:nvPr/>
        </p:nvPicPr>
        <p:blipFill>
          <a:blip r:embed="Rba10fc9d1268426c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E6F95587-9DD7-454A-A7A0-50CA5576146D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Naslov">
            <a:extLst>
              <a:ext uri="{FF2B5EF4-FFF2-40B4-BE49-F238E27FC236}">
                <ns2:creationId id="{3F971641-B408-403C-9558-0637FE54DB89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Termékek a mindennapokban</a:t>
            </a:r>
          </a:p>
        </p:txBody>
      </p:sp>
      <p:sp>
        <p:nvSpPr>
          <p:cNvPr id="4" name="">
            <a:extLst>
              <a:ext uri="{FF2B5EF4-FFF2-40B4-BE49-F238E27FC236}">
                <ns2:creationId id="{BA40F1F6-713C-4513-869A-F89CBDFF95A4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5438775" cy="1981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9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9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925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Személyes ápolás</a:t>
            </a:r>
          </a:p>
          <a:p>
            <a:pPr>
              <a:defRPr sz="29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925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Italok</a:t>
            </a:r>
          </a:p>
          <a:p>
            <a:pPr>
              <a:defRPr sz="29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925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Étrend-kiegészítők</a:t>
            </a:r>
          </a:p>
        </p:txBody>
      </p:sp>
      <p:sp>
        <p:nvSpPr>
          <p:cNvPr id="5" name="">
            <a:extLst>
              <a:ext uri="{FF2B5EF4-FFF2-40B4-BE49-F238E27FC236}">
                <ns2:creationId id="{1D9888A3-65A4-4BA0-A252-BAFF4B247E14}"/>
              </a:ext>
            </a:extLst>
          </p:cNvPr>
          <p:cNvSpPr>
            <a:spLocks noGrp="1"/>
          </p:cNvSpPr>
          <p:nvPr/>
        </p:nvSpPr>
        <p:spPr>
          <a:xfrm>
            <a:off x="609600" y="4314825"/>
            <a:ext cx="54102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32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Az ajánlás akkor értelmes, ha a termék megfelel az adott személynek és a mindennapi rutinjának.</a:t>
            </a:r>
          </a:p>
        </p:txBody>
      </p:sp>
      <p:pic>
        <p:nvPicPr>
          <p:cNvPr id="6" name="">
            <a:extLst>
              <a:ext uri="{FF2B5EF4-FFF2-40B4-BE49-F238E27FC236}">
                <ns2:creationId id="{FBA35493-A3D8-4CDD-B285-CEAA1756B8A5}"/>
              </a:ext>
            </a:extLst>
          </p:cNvPr>
          <p:cNvPicPr>
            <a:picLocks noChangeAspect="1"/>
          </p:cNvPicPr>
          <p:nvPr/>
        </p:nvPicPr>
        <p:blipFill>
          <a:blip r:embed="R5eebdc2fa42747ce"/>
          <a:srcRect l="0" t="449" r="0" b="449"/>
          <a:stretch>
            <a:fillRect l="0" t="0" r="0" b="0"/>
          </a:stretch>
        </p:blipFill>
        <p:spPr>
          <a:xfrm>
            <a:off x="7286625" y="1914525"/>
            <a:ext cx="3714750" cy="3876675"/>
          </a:xfrm>
          <a:prstGeom prst="rect">
            <a:avLst/>
          </a:prstGeom>
        </p:spPr>
      </p:pic>
    </p:spTree>
    <p:extLst>
      <p:ext uri="{BB962C8B-B14F-4D97-AF65-F5344CB8AC3E}">
        <ns4:creationId val="1185823960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>
            <a:extLst>
              <a:ext uri="{FF2B5EF4-FFF2-40B4-BE49-F238E27FC236}">
                <ns2:creationId id="{C46B7334-D258-4863-BDBC-0EC0B34D3EC6}"/>
              </a:ext>
            </a:extLst>
          </p:cNvPr>
          <p:cNvPicPr>
            <a:picLocks noChangeAspect="1"/>
          </p:cNvPicPr>
          <p:nvPr/>
        </p:nvPicPr>
        <p:blipFill>
          <a:blip r:embed="Rc418f7fc157f4c3e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5DB4D99C-680C-4273-AA73-EE7C5D30111E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Naslov">
            <a:extLst>
              <a:ext uri="{FF2B5EF4-FFF2-40B4-BE49-F238E27FC236}">
                <ns2:creationId id="{6D53AC0C-2BDA-402D-9E9D-A573631BA1CB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A termesztéstől a hivatalos rendelésig</a:t>
            </a:r>
          </a:p>
        </p:txBody>
      </p:sp>
      <p:pic>
        <p:nvPicPr>
          <p:cNvPr id="4" name="">
            <a:extLst>
              <a:ext uri="{FF2B5EF4-FFF2-40B4-BE49-F238E27FC236}">
                <ns2:creationId id="{5D0A6E93-1A12-423D-9899-8ABB22E67C8D}"/>
              </a:ext>
            </a:extLst>
          </p:cNvPr>
          <p:cNvPicPr>
            <a:picLocks noChangeAspect="1"/>
          </p:cNvPicPr>
          <p:nvPr/>
        </p:nvPicPr>
        <p:blipFill>
          <a:blip r:embed="R760ec06578814d61"/>
          <a:srcRect l="0" t="11760" r="0" b="11760"/>
          <a:stretch>
            <a:fillRect l="0" t="0" r="0" b="0"/>
          </a:stretch>
        </p:blipFill>
        <p:spPr>
          <a:xfrm>
            <a:off x="609600" y="1981200"/>
            <a:ext cx="5257800" cy="2600325"/>
          </a:xfrm>
          <a:prstGeom prst="rect">
            <a:avLst/>
          </a:prstGeom>
        </p:spPr>
      </p:pic>
      <p:pic>
        <p:nvPicPr>
          <p:cNvPr id="5" name="">
            <a:extLst>
              <a:ext uri="{FF2B5EF4-FFF2-40B4-BE49-F238E27FC236}">
                <ns2:creationId id="{B207C59F-8F2C-47BF-BC54-ADB1CA9C1458}"/>
              </a:ext>
            </a:extLst>
          </p:cNvPr>
          <p:cNvPicPr>
            <a:picLocks noChangeAspect="1"/>
          </p:cNvPicPr>
          <p:nvPr/>
        </p:nvPicPr>
        <p:blipFill>
          <a:blip r:embed="R67e74f1e1fe24f58"/>
          <a:srcRect l="0" t="17029" r="0" b="17029"/>
          <a:stretch>
            <a:fillRect l="0" t="0" r="0" b="0"/>
          </a:stretch>
        </p:blipFill>
        <p:spPr>
          <a:xfrm>
            <a:off x="6324600" y="1981200"/>
            <a:ext cx="5257800" cy="2600325"/>
          </a:xfrm>
          <a:prstGeom prst="rect">
            <a:avLst/>
          </a:prstGeom>
        </p:spPr>
      </p:pic>
      <p:sp>
        <p:nvSpPr>
          <p:cNvPr id="6" name="">
            <a:extLst>
              <a:ext uri="{FF2B5EF4-FFF2-40B4-BE49-F238E27FC236}">
                <ns2:creationId id="{043BAD13-5883-4683-B52C-68D2B5637D91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10382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A Forever irányítja a gyártást, a rendeléseket és a kiszállítást.</a:t>
            </a:r>
          </a:p>
        </p:txBody>
      </p:sp>
      <p:sp>
        <p:nvSpPr>
          <p:cNvPr id="7" name="">
            <a:extLst>
              <a:ext uri="{FF2B5EF4-FFF2-40B4-BE49-F238E27FC236}">
                <ns2:creationId id="{E65AD224-944D-41B6-800D-07B566B65B36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Az együttműködő segít kiválasztani a terméket és a hivatalos vásárlási csatornát használni.</a:t>
            </a:r>
          </a:p>
        </p:txBody>
      </p:sp>
    </p:spTree>
    <p:extLst>
      <p:ext uri="{BB962C8B-B14F-4D97-AF65-F5344CB8AC3E}">
        <ns4:creationId val="206011841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9" name="">
            <a:extLst>
              <a:ext uri="{FF2B5EF4-FFF2-40B4-BE49-F238E27FC236}">
                <ns2:creationId id="{2E54AF73-E036-4720-891A-5121EB809BF9}"/>
              </a:ext>
            </a:extLst>
          </p:cNvPr>
          <p:cNvPicPr>
            <a:picLocks noChangeAspect="1"/>
          </p:cNvPicPr>
          <p:nvPr/>
        </p:nvPicPr>
        <p:blipFill>
          <a:blip r:embed="R9d24496200b841ee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67E37213-3D26-4825-BBB6-2E564E93A553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Naslov">
            <a:extLst>
              <a:ext uri="{FF2B5EF4-FFF2-40B4-BE49-F238E27FC236}">
                <ns2:creationId id="{1383C903-881D-4840-A4D5-5DDD9FAFC1F9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Termékfelhasználó vagy üzleti partner</a:t>
            </a:r>
          </a:p>
        </p:txBody>
      </p:sp>
      <p:sp>
        <p:nvSpPr>
          <p:cNvPr id="4" name="">
            <a:extLst>
              <a:ext uri="{FF2B5EF4-FFF2-40B4-BE49-F238E27FC236}">
                <ns2:creationId id="{2E14BC8A-29A8-4C50-9C5C-973F016EBCBF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Termékfelhasználó</a:t>
            </a:r>
          </a:p>
        </p:txBody>
      </p:sp>
      <p:sp>
        <p:nvSpPr>
          <p:cNvPr id="5" name="">
            <a:extLst>
              <a:ext uri="{FF2B5EF4-FFF2-40B4-BE49-F238E27FC236}">
                <ns2:creationId id="{44DDA104-5A1E-4779-A60F-E3CEA86C4451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485775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Saját használatra választ termékeket.</a:t>
            </a:r>
          </a:p>
          <a:p>
            <a:r>
              <a:t/>
            </a:r>
          </a:p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Ellenőrzi a saját piacára érvényes kedvezményt és feltételeket.</a:t>
            </a:r>
          </a:p>
        </p:txBody>
      </p:sp>
      <p:sp>
        <p:nvSpPr>
          <p:cNvPr id="6" name="">
            <a:extLst>
              <a:ext uri="{FF2B5EF4-FFF2-40B4-BE49-F238E27FC236}">
                <ns2:creationId id="{CB3AEC29-C6AB-4B40-B4A4-BBBBB4FC86ED}"/>
              </a:ext>
            </a:extLst>
          </p:cNvPr>
          <p:cNvSpPr>
            <a:spLocks noGrp="1"/>
          </p:cNvSpPr>
          <p:nvPr/>
        </p:nvSpPr>
        <p:spPr>
          <a:xfrm>
            <a:off x="6419850" y="210502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Üzleti partner</a:t>
            </a:r>
          </a:p>
        </p:txBody>
      </p:sp>
      <p:sp>
        <p:nvSpPr>
          <p:cNvPr id="7" name="">
            <a:extLst>
              <a:ext uri="{FF2B5EF4-FFF2-40B4-BE49-F238E27FC236}">
                <ns2:creationId id="{3D3E645E-563B-44E3-A32F-90226B46A13C}"/>
              </a:ext>
            </a:extLst>
          </p:cNvPr>
          <p:cNvSpPr>
            <a:spLocks noGrp="1"/>
          </p:cNvSpPr>
          <p:nvPr/>
        </p:nvSpPr>
        <p:spPr>
          <a:xfrm>
            <a:off x="6419850" y="3105150"/>
            <a:ext cx="485775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Megtanul termékeket ajánlani és vevőkkel foglalkozni.</a:t>
            </a:r>
          </a:p>
          <a:p>
            <a:r>
              <a:t/>
            </a:r>
          </a:p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A hivatalos terv szerint csapatot is építhet.</a:t>
            </a:r>
          </a:p>
        </p:txBody>
      </p:sp>
      <p:sp>
        <p:nvSpPr>
          <p:cNvPr id="8" name="">
            <a:extLst>
              <a:ext uri="{FF2B5EF4-FFF2-40B4-BE49-F238E27FC236}">
                <ns2:creationId id="{0E0D066F-E836-4495-B6BA-02C6081856E4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Az első beszélgetés segít megtalálni az illetőnek megfelelő irányt.</a:t>
            </a:r>
          </a:p>
        </p:txBody>
      </p:sp>
    </p:spTree>
    <p:extLst>
      <p:ext uri="{BB962C8B-B14F-4D97-AF65-F5344CB8AC3E}">
        <ns4:creationId val="72070813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9" name="">
            <a:extLst>
              <a:ext uri="{FF2B5EF4-FFF2-40B4-BE49-F238E27FC236}">
                <ns2:creationId id="{452BAE09-4A28-4FDF-B4F1-D84AE45B9CCE}"/>
              </a:ext>
            </a:extLst>
          </p:cNvPr>
          <p:cNvPicPr>
            <a:picLocks noChangeAspect="1"/>
          </p:cNvPicPr>
          <p:nvPr/>
        </p:nvPicPr>
        <p:blipFill>
          <a:blip r:embed="R051be96e5b284a3e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7AF10F6B-11A4-4082-8474-F8BB8D3A628E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Naslov">
            <a:extLst>
              <a:ext uri="{FF2B5EF4-FFF2-40B4-BE49-F238E27FC236}">
                <ns2:creationId id="{FFD17B86-6F5B-4AC9-A45D-61B841C5305A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Kezdeti kvalifikáció: 2 CC</a:t>
            </a:r>
          </a:p>
        </p:txBody>
      </p:sp>
      <p:sp>
        <p:nvSpPr>
          <p:cNvPr id="4" name="">
            <a:extLst>
              <a:ext uri="{FF2B5EF4-FFF2-40B4-BE49-F238E27FC236}">
                <ns2:creationId id="{1305E928-94E3-4B55-A605-33368A8BE1FE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481012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76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76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76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2 CC</a:t>
            </a:r>
          </a:p>
        </p:txBody>
      </p:sp>
      <p:sp>
        <p:nvSpPr>
          <p:cNvPr id="5" name="">
            <a:extLst>
              <a:ext uri="{FF2B5EF4-FFF2-40B4-BE49-F238E27FC236}">
                <ns2:creationId id="{8E600297-3522-4464-94CB-5C48591DB8FF}"/>
              </a:ext>
            </a:extLst>
          </p:cNvPr>
          <p:cNvSpPr>
            <a:spLocks noGrp="1"/>
          </p:cNvSpPr>
          <p:nvPr/>
        </p:nvSpPr>
        <p:spPr>
          <a:xfrm>
            <a:off x="4572000" y="2333625"/>
            <a:ext cx="6715125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7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7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A CC a termékek</a:t>
            </a:r>
          </a:p>
          <a:p>
            <a:pPr>
              <a:defRPr sz="27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7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elszámolási pontértéke.</a:t>
            </a:r>
          </a:p>
        </p:txBody>
      </p:sp>
      <p:sp>
        <p:nvSpPr>
          <p:cNvPr id="6" name="">
            <a:extLst>
              <a:ext uri="{FF2B5EF4-FFF2-40B4-BE49-F238E27FC236}">
                <ns2:creationId id="{0D2CE9B8-81CE-4B05-9A88-8AA42B134161}"/>
              </a:ext>
            </a:extLst>
          </p:cNvPr>
          <p:cNvSpPr>
            <a:spLocks noGrp="1"/>
          </p:cNvSpPr>
          <p:nvPr/>
        </p:nvSpPr>
        <p:spPr>
          <a:xfrm>
            <a:off x="609600" y="3486150"/>
            <a:ext cx="9753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Két egymást követő hónapban</a:t>
            </a:r>
          </a:p>
        </p:txBody>
      </p:sp>
      <p:sp>
        <p:nvSpPr>
          <p:cNvPr id="7" name="">
            <a:extLst>
              <a:ext uri="{FF2B5EF4-FFF2-40B4-BE49-F238E27FC236}">
                <ns2:creationId id="{F38A0995-25A3-4169-84D9-35E62D33DC4A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95250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32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A mindenkori feltételek szerinti megfelelő kezdőcsomag vagy termékkombináció.</a:t>
            </a:r>
          </a:p>
        </p:txBody>
      </p:sp>
      <p:sp>
        <p:nvSpPr>
          <p:cNvPr id="8" name="">
            <a:extLst>
              <a:ext uri="{FF2B5EF4-FFF2-40B4-BE49-F238E27FC236}">
                <ns2:creationId id="{77AFF33C-FD64-4E61-B81A-785DDD31156C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A horvát piac feltételei. Az árat és az elérhetőséget ellenőrizd a hivatalos webáruházban.</a:t>
            </a:r>
          </a:p>
        </p:txBody>
      </p:sp>
    </p:spTree>
    <p:extLst>
      <p:ext uri="{BB962C8B-B14F-4D97-AF65-F5344CB8AC3E}">
        <ns4:creationId val="302156339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4" name="">
            <a:extLst>
              <a:ext uri="{FF2B5EF4-FFF2-40B4-BE49-F238E27FC236}">
                <ns2:creationId id="{54B81B2D-1CCA-483A-BFD7-E57A9B46F8C8}"/>
              </a:ext>
            </a:extLst>
          </p:cNvPr>
          <p:cNvPicPr>
            <a:picLocks noChangeAspect="1"/>
          </p:cNvPicPr>
          <p:nvPr/>
        </p:nvPicPr>
        <p:blipFill>
          <a:blip r:embed="Rf661f195b5314748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54A71095-8359-4EA0-A4C1-36D0120F2536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Naslov">
            <a:extLst>
              <a:ext uri="{FF2B5EF4-FFF2-40B4-BE49-F238E27FC236}">
                <ns2:creationId id="{616FFF80-E49E-4FEC-A237-32EC69152722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Kedvezmény, értékesítési nyereség és bónusz</a:t>
            </a:r>
          </a:p>
        </p:txBody>
      </p:sp>
      <p:sp>
        <p:nvSpPr>
          <p:cNvPr id="4" name="">
            <a:extLst>
              <a:ext uri="{FF2B5EF4-FFF2-40B4-BE49-F238E27FC236}">
                <ns2:creationId id="{BDDED255-1812-4E04-914B-6B332C90B5B4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FD37A62D-3C45-4D0E-A38A-9915FE68876C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30% a kezdeti kvalifikáció után</a:t>
            </a:r>
          </a:p>
        </p:txBody>
      </p:sp>
      <p:sp>
        <p:nvSpPr>
          <p:cNvPr id="6" name="">
            <a:extLst>
              <a:ext uri="{FF2B5EF4-FFF2-40B4-BE49-F238E27FC236}">
                <ns2:creationId id="{0AEF7DBB-93FC-4643-9868-0D9C3B4364E5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Kedvezmény a későbbi rendelésekre a horvát piacon.</a:t>
            </a:r>
          </a:p>
        </p:txBody>
      </p:sp>
      <p:sp>
        <p:nvSpPr>
          <p:cNvPr id="7" name="">
            <a:extLst>
              <a:ext uri="{FF2B5EF4-FFF2-40B4-BE49-F238E27FC236}">
                <ns2:creationId id="{7B9CB7F3-4139-4611-87F8-435F9FF741FD}"/>
              </a:ext>
            </a:extLst>
          </p:cNvPr>
          <p:cNvSpPr>
            <a:spLocks noGrp="1"/>
          </p:cNvSpPr>
          <p:nvPr/>
        </p:nvSpPr>
        <p:spPr>
          <a:xfrm>
            <a:off x="609600" y="31242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9C21A969-5A0A-4363-B933-89E397B75B42}"/>
              </a:ext>
            </a:extLst>
          </p:cNvPr>
          <p:cNvSpPr>
            <a:spLocks noGrp="1"/>
          </p:cNvSpPr>
          <p:nvPr/>
        </p:nvSpPr>
        <p:spPr>
          <a:xfrm>
            <a:off x="1257300" y="31242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Értékesítési nyereség</a:t>
            </a:r>
          </a:p>
        </p:txBody>
      </p:sp>
      <p:sp>
        <p:nvSpPr>
          <p:cNvPr id="9" name="">
            <a:extLst>
              <a:ext uri="{FF2B5EF4-FFF2-40B4-BE49-F238E27FC236}">
                <ns2:creationId id="{A037074A-E68A-4282-99A4-49DED4CAE7F8}"/>
              </a:ext>
            </a:extLst>
          </p:cNvPr>
          <p:cNvSpPr>
            <a:spLocks noGrp="1"/>
          </p:cNvSpPr>
          <p:nvPr/>
        </p:nvSpPr>
        <p:spPr>
          <a:xfrm>
            <a:off x="1257300" y="35337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A tényleges eladási és beszerzési ártól függ.</a:t>
            </a:r>
          </a:p>
        </p:txBody>
      </p:sp>
      <p:sp>
        <p:nvSpPr>
          <p:cNvPr id="10" name="">
            <a:extLst>
              <a:ext uri="{FF2B5EF4-FFF2-40B4-BE49-F238E27FC236}">
                <ns2:creationId id="{3D570E6E-8B24-4330-A562-3E522F970A4D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141569BD-0969-41EC-B9D6-1548A3721055}"/>
              </a:ext>
            </a:extLst>
          </p:cNvPr>
          <p:cNvSpPr>
            <a:spLocks noGrp="1"/>
          </p:cNvSpPr>
          <p:nvPr/>
        </p:nvSpPr>
        <p:spPr>
          <a:xfrm>
            <a:off x="1257300" y="42862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Bónusz</a:t>
            </a:r>
          </a:p>
        </p:txBody>
      </p:sp>
      <p:sp>
        <p:nvSpPr>
          <p:cNvPr id="12" name="">
            <a:extLst>
              <a:ext uri="{FF2B5EF4-FFF2-40B4-BE49-F238E27FC236}">
                <ns2:creationId id="{44D69AAF-0CFB-4734-B419-43D03A1B0923}"/>
              </a:ext>
            </a:extLst>
          </p:cNvPr>
          <p:cNvSpPr>
            <a:spLocks noGrp="1"/>
          </p:cNvSpPr>
          <p:nvPr/>
        </p:nvSpPr>
        <p:spPr>
          <a:xfrm>
            <a:off x="1257300" y="46958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Az elismert értékesítés után, az előírt feltételek szerint számolják el.</a:t>
            </a:r>
          </a:p>
        </p:txBody>
      </p:sp>
      <p:sp>
        <p:nvSpPr>
          <p:cNvPr id="13" name="">
            <a:extLst>
              <a:ext uri="{FF2B5EF4-FFF2-40B4-BE49-F238E27FC236}">
                <ns2:creationId id="{BD566267-66F1-4515-8129-B602138DC9B1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A nettó bevétel a költségektől, a visszáruktól és az adóktól is függ.</a:t>
            </a:r>
          </a:p>
        </p:txBody>
      </p:sp>
    </p:spTree>
    <p:extLst>
      <p:ext uri="{BB962C8B-B14F-4D97-AF65-F5344CB8AC3E}">
        <ns4:creationId val="402010883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6" name="">
            <a:extLst>
              <a:ext uri="{FF2B5EF4-FFF2-40B4-BE49-F238E27FC236}">
                <ns2:creationId id="{840DF7EE-0EBF-4A51-BCCA-50E40AAC8CD9}"/>
              </a:ext>
            </a:extLst>
          </p:cNvPr>
          <p:cNvPicPr>
            <a:picLocks noChangeAspect="1"/>
          </p:cNvPicPr>
          <p:nvPr/>
        </p:nvPicPr>
        <p:blipFill>
          <a:blip r:embed="Redb93a4280434ff1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F88BD6BA-C85F-4ABA-8F08-31047BB24EE0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Naslov">
            <a:extLst>
              <a:ext uri="{FF2B5EF4-FFF2-40B4-BE49-F238E27FC236}">
                <ns2:creationId id="{3292CFF6-A88B-4EB8-9D76-22FE62599277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A bevételszerzés módjai</a:t>
            </a:r>
          </a:p>
        </p:txBody>
      </p:sp>
      <p:sp>
        <p:nvSpPr>
          <p:cNvPr id="4" name="">
            <a:extLst>
              <a:ext uri="{FF2B5EF4-FFF2-40B4-BE49-F238E27FC236}">
                <ns2:creationId id="{E4F37C57-BB38-4268-A186-D1B747EFAAB6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961A0C47-68F2-4FC3-AC65-BF70D8BE9435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Kiskereskedelmi és online értékesítés</a:t>
            </a:r>
          </a:p>
        </p:txBody>
      </p:sp>
      <p:sp>
        <p:nvSpPr>
          <p:cNvPr id="6" name="">
            <a:extLst>
              <a:ext uri="{FF2B5EF4-FFF2-40B4-BE49-F238E27FC236}">
                <ns2:creationId id="{63F83357-877E-4FF3-915F-C3938DABCDED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A termék tényleges megvásárlásához kapcsolódó nyereség.</a:t>
            </a:r>
          </a:p>
        </p:txBody>
      </p:sp>
      <p:sp>
        <p:nvSpPr>
          <p:cNvPr id="7" name="">
            <a:extLst>
              <a:ext uri="{FF2B5EF4-FFF2-40B4-BE49-F238E27FC236}">
                <ns2:creationId id="{DADDE4B6-6F20-47E2-A08D-2141BD840EEE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67D8978D-38A0-4FC8-BFC8-BC13A9976728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Személyes és Preferred Customer bónusz</a:t>
            </a:r>
          </a:p>
        </p:txBody>
      </p:sp>
      <p:sp>
        <p:nvSpPr>
          <p:cNvPr id="9" name="">
            <a:extLst>
              <a:ext uri="{FF2B5EF4-FFF2-40B4-BE49-F238E27FC236}">
                <ns2:creationId id="{C231494E-33FE-4508-9785-F00A2151446B}"/>
              </a:ext>
            </a:extLst>
          </p:cNvPr>
          <p:cNvSpPr>
            <a:spLocks noGrp="1"/>
          </p:cNvSpPr>
          <p:nvPr/>
        </p:nvSpPr>
        <p:spPr>
          <a:xfrm>
            <a:off x="1257300" y="32670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Az értékesítési szint és a feltételek alapján számolják el.</a:t>
            </a:r>
          </a:p>
        </p:txBody>
      </p:sp>
      <p:sp>
        <p:nvSpPr>
          <p:cNvPr id="10" name="">
            <a:extLst>
              <a:ext uri="{FF2B5EF4-FFF2-40B4-BE49-F238E27FC236}">
                <ns2:creationId id="{6C5B4166-CAE5-400B-9E51-0F8ECA7D451A}"/>
              </a:ext>
            </a:extLst>
          </p:cNvPr>
          <p:cNvSpPr>
            <a:spLocks noGrp="1"/>
          </p:cNvSpPr>
          <p:nvPr/>
        </p:nvSpPr>
        <p:spPr>
          <a:xfrm>
            <a:off x="609600" y="37528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50834E28-49CA-44B2-B93E-18D9D4627CA3}"/>
              </a:ext>
            </a:extLst>
          </p:cNvPr>
          <p:cNvSpPr>
            <a:spLocks noGrp="1"/>
          </p:cNvSpPr>
          <p:nvPr/>
        </p:nvSpPr>
        <p:spPr>
          <a:xfrm>
            <a:off x="1257300" y="37528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Volume bónusz</a:t>
            </a:r>
          </a:p>
        </p:txBody>
      </p:sp>
      <p:sp>
        <p:nvSpPr>
          <p:cNvPr id="12" name="">
            <a:extLst>
              <a:ext uri="{FF2B5EF4-FFF2-40B4-BE49-F238E27FC236}">
                <ns2:creationId id="{5407DF9D-985F-4E8D-8C98-F0B86ED67E9E}"/>
              </a:ext>
            </a:extLst>
          </p:cNvPr>
          <p:cNvSpPr>
            <a:spLocks noGrp="1"/>
          </p:cNvSpPr>
          <p:nvPr/>
        </p:nvSpPr>
        <p:spPr>
          <a:xfrm>
            <a:off x="1257300" y="41624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A szervezet alacsonyabb szintjein elért, kvalifikációhoz figyelembe vehető értékesítés.</a:t>
            </a:r>
          </a:p>
        </p:txBody>
      </p:sp>
      <p:sp>
        <p:nvSpPr>
          <p:cNvPr id="13" name="">
            <a:extLst>
              <a:ext uri="{FF2B5EF4-FFF2-40B4-BE49-F238E27FC236}">
                <ns2:creationId id="{E9580FA4-DD30-4C4A-BAB0-1DC98066621F}"/>
              </a:ext>
            </a:extLst>
          </p:cNvPr>
          <p:cNvSpPr>
            <a:spLocks noGrp="1"/>
          </p:cNvSpPr>
          <p:nvPr/>
        </p:nvSpPr>
        <p:spPr>
          <a:xfrm>
            <a:off x="609600" y="46482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">
            <a:extLst>
              <a:ext uri="{FF2B5EF4-FFF2-40B4-BE49-F238E27FC236}">
                <ns2:creationId id="{E50EC679-BBB4-46B2-81C9-AC16645DB86B}"/>
              </a:ext>
            </a:extLst>
          </p:cNvPr>
          <p:cNvSpPr>
            <a:spLocks noGrp="1"/>
          </p:cNvSpPr>
          <p:nvPr/>
        </p:nvSpPr>
        <p:spPr>
          <a:xfrm>
            <a:off x="1257300" y="46482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Leadership bónusz</a:t>
            </a:r>
          </a:p>
        </p:txBody>
      </p:sp>
      <p:sp>
        <p:nvSpPr>
          <p:cNvPr id="15" name="">
            <a:extLst>
              <a:ext uri="{FF2B5EF4-FFF2-40B4-BE49-F238E27FC236}">
                <ns2:creationId id="{A8964C4B-0C42-4F0F-9058-0454BA2D8106}"/>
              </a:ext>
            </a:extLst>
          </p:cNvPr>
          <p:cNvSpPr>
            <a:spLocks noGrp="1"/>
          </p:cNvSpPr>
          <p:nvPr/>
        </p:nvSpPr>
        <p:spPr>
          <a:xfrm>
            <a:off x="1257300" y="50577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A kvalifikált Manager generációk és a terv feltételei alapján.</a:t>
            </a:r>
          </a:p>
        </p:txBody>
      </p:sp>
    </p:spTree>
    <p:extLst>
      <p:ext uri="{BB962C8B-B14F-4D97-AF65-F5344CB8AC3E}">
        <ns4:creationId val="992325245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6" name="">
            <a:extLst>
              <a:ext uri="{FF2B5EF4-FFF2-40B4-BE49-F238E27FC236}">
                <ns2:creationId id="{A9AB977B-9D5E-4F10-952B-A0122802EBF9}"/>
              </a:ext>
            </a:extLst>
          </p:cNvPr>
          <p:cNvPicPr>
            <a:picLocks noChangeAspect="1"/>
          </p:cNvPicPr>
          <p:nvPr/>
        </p:nvPicPr>
        <p:blipFill>
          <a:blip r:embed="R5bc897ca9a314817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E1206217-E73A-4CEB-9B09-737F10EA58F5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Naslov">
            <a:extLst>
              <a:ext uri="{FF2B5EF4-FFF2-40B4-BE49-F238E27FC236}">
                <ns2:creationId id="{F97FCDE6-31DA-49CD-A3B9-7E9B8A32A524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Értékesítési szintek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BC47871F-1D3A-4769-8DAA-F613396509F8}"/>
              </a:ext>
            </a:extLst>
          </p:cNvPr>
          <p:cNvGraphicFramePr/>
          <p:nvPr/>
        </p:nvGraphicFramePr>
        <p:xfrm>
          <a:off x="609600" y="2114550"/>
          <a:ext cx="10953750" cy="3171825"/>
        </p:xfrm>
        <a:graphic>
          <a:graphicData uri="http://schemas.openxmlformats.org/drawingml/2006/table">
            <a:tbl>
              <a:tblPr/>
              <a:tblGrid>
                <a:gridCol w="3981450"/>
                <a:gridCol w="6972300"/>
              </a:tblGrid>
              <a:tr h="63436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1" lang="hu-HU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Szint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1" lang="hu-HU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Kvalifikációs volumen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</a:tr>
              <a:tr h="63436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u-HU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Assistant Supervisor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u-HU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2 CC két egymást követő hónapban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u-HU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Supervisor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u-HU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10 CC, az időtartamot ellenőrizd helyben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</a:tr>
              <a:tr h="63436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u-HU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Assistant Manager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u-HU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60 CC két egymást követő hónapban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u-HU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Manager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u-HU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120 CC 1 vagy 2 hónap alatt, vagy 150 CC 3 vagy 4 hónap alatt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9DFB2BCF-6AA8-4740-A837-9F538AEBF00A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A horvátországi feltételek. Az előrelépés az elismert termékforgalomhoz kötődik.</a:t>
            </a:r>
          </a:p>
        </p:txBody>
      </p:sp>
    </p:spTree>
    <p:extLst>
      <p:ext uri="{BB962C8B-B14F-4D97-AF65-F5344CB8AC3E}">
        <ns4:creationId val="1649879452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9" name="">
            <a:extLst>
              <a:ext uri="{FF2B5EF4-FFF2-40B4-BE49-F238E27FC236}">
                <ns2:creationId id="{E97F2449-B0C8-45FF-9BA5-1467F6340A5D}"/>
              </a:ext>
            </a:extLst>
          </p:cNvPr>
          <p:cNvPicPr>
            <a:picLocks noChangeAspect="1"/>
          </p:cNvPicPr>
          <p:nvPr/>
        </p:nvPicPr>
        <p:blipFill>
          <a:blip r:embed="Rc8567ceef5234c8d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B9FFE9D7-C589-4DAD-A5DC-C4584AC8344D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Naslov">
            <a:extLst>
              <a:ext uri="{FF2B5EF4-FFF2-40B4-BE49-F238E27FC236}">
                <ns2:creationId id="{F91E5C4C-3C31-4F72-9B91-81AAABDBF569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Szint és havi aktivitás</a:t>
            </a:r>
          </a:p>
        </p:txBody>
      </p:sp>
      <p:sp>
        <p:nvSpPr>
          <p:cNvPr id="4" name="">
            <a:extLst>
              <a:ext uri="{FF2B5EF4-FFF2-40B4-BE49-F238E27FC236}">
                <ns2:creationId id="{703903BE-E1EA-4755-AF0E-DDC0FD0D2C54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Elért szint</a:t>
            </a:r>
          </a:p>
        </p:txBody>
      </p:sp>
      <p:sp>
        <p:nvSpPr>
          <p:cNvPr id="5" name="">
            <a:extLst>
              <a:ext uri="{FF2B5EF4-FFF2-40B4-BE49-F238E27FC236}">
                <ns2:creationId id="{9A996385-7B48-4296-A854-5EB0CE2EE565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485775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Az elért értékesítési kvalifikációt mutatja.</a:t>
            </a:r>
          </a:p>
          <a:p>
            <a:r>
              <a:t/>
            </a:r>
          </a:p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Bizonyos kifizetésekhez továbbra is havi feltételeknek kell megfelelni.</a:t>
            </a:r>
          </a:p>
        </p:txBody>
      </p:sp>
      <p:sp>
        <p:nvSpPr>
          <p:cNvPr id="6" name="">
            <a:extLst>
              <a:ext uri="{FF2B5EF4-FFF2-40B4-BE49-F238E27FC236}">
                <ns2:creationId id="{77D1FAA2-01AE-4439-AF68-AFF32BA013D3}"/>
              </a:ext>
            </a:extLst>
          </p:cNvPr>
          <p:cNvSpPr>
            <a:spLocks noGrp="1"/>
          </p:cNvSpPr>
          <p:nvPr/>
        </p:nvSpPr>
        <p:spPr>
          <a:xfrm>
            <a:off x="6419850" y="210502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Aktivitás Horvátországban</a:t>
            </a:r>
          </a:p>
        </p:txBody>
      </p:sp>
      <p:sp>
        <p:nvSpPr>
          <p:cNvPr id="7" name="">
            <a:extLst>
              <a:ext uri="{FF2B5EF4-FFF2-40B4-BE49-F238E27FC236}">
                <ns2:creationId id="{DE9F55C7-C377-46B3-ABD2-90B1875D63BE}"/>
              </a:ext>
            </a:extLst>
          </p:cNvPr>
          <p:cNvSpPr>
            <a:spLocks noGrp="1"/>
          </p:cNvSpPr>
          <p:nvPr/>
        </p:nvSpPr>
        <p:spPr>
          <a:xfrm>
            <a:off x="6419850" y="3105150"/>
            <a:ext cx="485775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Havonta 4 CC, ebből legalább 1 személyesen megvásárolt CC.</a:t>
            </a:r>
          </a:p>
          <a:p>
            <a:r>
              <a:t/>
            </a:r>
          </a:p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Bizonyos bónuszokra és kvalifikációkra vonatkozik.</a:t>
            </a:r>
          </a:p>
        </p:txBody>
      </p:sp>
      <p:sp>
        <p:nvSpPr>
          <p:cNvPr id="8" name="">
            <a:extLst>
              <a:ext uri="{FF2B5EF4-FFF2-40B4-BE49-F238E27FC236}">
                <ns2:creationId id="{FD9B8A60-55C5-4285-811D-8CC7872E0136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Beszéld át a piacodra érvényes szabályokat és az értékesítési tervet a szponzoroddal vagy a managereddel.</a:t>
            </a:r>
          </a:p>
        </p:txBody>
      </p:sp>
    </p:spTree>
    <p:extLst>
      <p:ext uri="{BB962C8B-B14F-4D97-AF65-F5344CB8AC3E}">
        <ns4:creationId val="1437305113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6" name="">
            <a:extLst>
              <a:ext uri="{FF2B5EF4-FFF2-40B4-BE49-F238E27FC236}">
                <ns2:creationId id="{7CE17F46-7524-406F-87EF-22855383B637}"/>
              </a:ext>
            </a:extLst>
          </p:cNvPr>
          <p:cNvPicPr>
            <a:picLocks noChangeAspect="1"/>
          </p:cNvPicPr>
          <p:nvPr/>
        </p:nvPicPr>
        <p:blipFill>
          <a:blip r:embed="Rf83108d97d584295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40911F3A-0291-4E27-930B-9F7571F7C8FE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Naslov">
            <a:extLst>
              <a:ext uri="{FF2B5EF4-FFF2-40B4-BE49-F238E27FC236}">
                <ns2:creationId id="{EC120288-5F29-45BC-8AC5-7E6A97B0B8D2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További fejlődési lehetőségek</a:t>
            </a:r>
          </a:p>
        </p:txBody>
      </p:sp>
      <p:sp>
        <p:nvSpPr>
          <p:cNvPr id="4" name="">
            <a:extLst>
              <a:ext uri="{FF2B5EF4-FFF2-40B4-BE49-F238E27FC236}">
                <ns2:creationId id="{941C9B93-C75E-4126-A8E8-C4081A9BAE11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73D521F0-969B-4577-8CDA-78D20D152E22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Forever2Drive</a:t>
            </a:r>
          </a:p>
        </p:txBody>
      </p:sp>
      <p:sp>
        <p:nvSpPr>
          <p:cNvPr id="6" name="">
            <a:extLst>
              <a:ext uri="{FF2B5EF4-FFF2-40B4-BE49-F238E27FC236}">
                <ns2:creationId id="{ACF17F9F-E8A8-40BE-883F-DDC4827BF5EB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Ösztönzőprogram a kvalifikáció és a feltételek fenntartása mellett.</a:t>
            </a:r>
          </a:p>
        </p:txBody>
      </p:sp>
      <p:sp>
        <p:nvSpPr>
          <p:cNvPr id="7" name="">
            <a:extLst>
              <a:ext uri="{FF2B5EF4-FFF2-40B4-BE49-F238E27FC236}">
                <ns2:creationId id="{359B9063-6C13-4CE2-BCD9-9BD3727E9FED}"/>
              </a:ext>
            </a:extLst>
          </p:cNvPr>
          <p:cNvSpPr>
            <a:spLocks noGrp="1"/>
          </p:cNvSpPr>
          <p:nvPr/>
        </p:nvSpPr>
        <p:spPr>
          <a:xfrm>
            <a:off x="609600" y="284797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75478720-3A7B-4E47-9017-69248B3E4C2D}"/>
              </a:ext>
            </a:extLst>
          </p:cNvPr>
          <p:cNvSpPr>
            <a:spLocks noGrp="1"/>
          </p:cNvSpPr>
          <p:nvPr/>
        </p:nvSpPr>
        <p:spPr>
          <a:xfrm>
            <a:off x="1257300" y="284797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Eagle Manager</a:t>
            </a:r>
          </a:p>
        </p:txBody>
      </p:sp>
      <p:sp>
        <p:nvSpPr>
          <p:cNvPr id="9" name="">
            <a:extLst>
              <a:ext uri="{FF2B5EF4-FFF2-40B4-BE49-F238E27FC236}">
                <ns2:creationId id="{57C824BA-1407-4003-AE3E-95F40257C3D7}"/>
              </a:ext>
            </a:extLst>
          </p:cNvPr>
          <p:cNvSpPr>
            <a:spLocks noGrp="1"/>
          </p:cNvSpPr>
          <p:nvPr/>
        </p:nvSpPr>
        <p:spPr>
          <a:xfrm>
            <a:off x="1257300" y="325755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Az emberek, az értékesítési szervezet és a kvalifikáció fejlesztése.</a:t>
            </a:r>
          </a:p>
        </p:txBody>
      </p:sp>
      <p:sp>
        <p:nvSpPr>
          <p:cNvPr id="10" name="">
            <a:extLst>
              <a:ext uri="{FF2B5EF4-FFF2-40B4-BE49-F238E27FC236}">
                <ns2:creationId id="{C7DEDA4A-108F-4739-BF5B-CB0EC39ED372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FC77939D-3BE0-48FF-BD9E-9E2DA6EB9D4D}"/>
              </a:ext>
            </a:extLst>
          </p:cNvPr>
          <p:cNvSpPr>
            <a:spLocks noGrp="1"/>
          </p:cNvSpPr>
          <p:nvPr/>
        </p:nvSpPr>
        <p:spPr>
          <a:xfrm>
            <a:off x="1257300" y="37338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Global Rally</a:t>
            </a:r>
          </a:p>
        </p:txBody>
      </p:sp>
      <p:sp>
        <p:nvSpPr>
          <p:cNvPr id="12" name="">
            <a:extLst>
              <a:ext uri="{FF2B5EF4-FFF2-40B4-BE49-F238E27FC236}">
                <ns2:creationId id="{9D0D43DD-DCED-4D9D-A8DF-DF03C8EDE1E3}"/>
              </a:ext>
            </a:extLst>
          </p:cNvPr>
          <p:cNvSpPr>
            <a:spLocks noGrp="1"/>
          </p:cNvSpPr>
          <p:nvPr/>
        </p:nvSpPr>
        <p:spPr>
          <a:xfrm>
            <a:off x="1257300" y="41433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Éves kvalifikáció az elismert CC alapján.</a:t>
            </a:r>
          </a:p>
        </p:txBody>
      </p:sp>
      <p:sp>
        <p:nvSpPr>
          <p:cNvPr id="13" name="">
            <a:extLst>
              <a:ext uri="{FF2B5EF4-FFF2-40B4-BE49-F238E27FC236}">
                <ns2:creationId id="{0DE06633-3104-4D5D-AFC2-6DD58A379127}"/>
              </a:ext>
            </a:extLst>
          </p:cNvPr>
          <p:cNvSpPr>
            <a:spLocks noGrp="1"/>
          </p:cNvSpPr>
          <p:nvPr/>
        </p:nvSpPr>
        <p:spPr>
          <a:xfrm>
            <a:off x="609600" y="461962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">
            <a:extLst>
              <a:ext uri="{FF2B5EF4-FFF2-40B4-BE49-F238E27FC236}">
                <ns2:creationId id="{7181DCFD-1327-4AEA-A125-DB42B98E41DD}"/>
              </a:ext>
            </a:extLst>
          </p:cNvPr>
          <p:cNvSpPr>
            <a:spLocks noGrp="1"/>
          </p:cNvSpPr>
          <p:nvPr/>
        </p:nvSpPr>
        <p:spPr>
          <a:xfrm>
            <a:off x="1257300" y="461962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Chairman’s Bonus</a:t>
            </a:r>
          </a:p>
        </p:txBody>
      </p:sp>
      <p:sp>
        <p:nvSpPr>
          <p:cNvPr id="15" name="">
            <a:extLst>
              <a:ext uri="{FF2B5EF4-FFF2-40B4-BE49-F238E27FC236}">
                <ns2:creationId id="{0FC1322E-D4F3-4F90-B54D-8742B0118D65}"/>
              </a:ext>
            </a:extLst>
          </p:cNvPr>
          <p:cNvSpPr>
            <a:spLocks noGrp="1"/>
          </p:cNvSpPr>
          <p:nvPr/>
        </p:nvSpPr>
        <p:spPr>
          <a:xfrm>
            <a:off x="1257300" y="502920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Emelt szintű kvalifikáció és részesedés a bónuszalapból.</a:t>
            </a:r>
          </a:p>
        </p:txBody>
      </p:sp>
    </p:spTree>
    <p:extLst>
      <p:ext uri="{BB962C8B-B14F-4D97-AF65-F5344CB8AC3E}">
        <ns4:creationId val="237719923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153F36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">
            <a:extLst>
              <a:ext uri="{FF2B5EF4-FFF2-40B4-BE49-F238E27FC236}">
                <ns2:creationId id="{F113DD45-36D4-4DA6-8B79-68B74FBB84D7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D4E8D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2" name="Naslov">
            <a:extLst>
              <a:ext uri="{FF2B5EF4-FFF2-40B4-BE49-F238E27FC236}">
                <ns2:creationId id="{CAA3B91D-F917-4DA2-B226-01A327BB4928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lang="hu-HU">
                <a:solidFill>
                  <a:srgbClr val="FFFFFF"/>
                </a:solidFill>
                <a:latin typeface="Arial"/>
                <a:ea typeface="Arial"/>
                <a:cs typeface="Arial"/>
              </a:rPr>
              <a:t>A Forever és az FCC szerepköre</a:t>
            </a:r>
          </a:p>
        </p:txBody>
      </p:sp>
      <p:sp>
        <p:nvSpPr>
          <p:cNvPr id="3" name="">
            <a:extLst>
              <a:ext uri="{FF2B5EF4-FFF2-40B4-BE49-F238E27FC236}">
                <ns2:creationId id="{87010EBA-D139-47AC-B90D-AEF1B6E02C00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 lang="hu-HU">
                <a:solidFill>
                  <a:srgbClr val="FFFFFF"/>
                </a:solidFill>
                <a:latin typeface="Arial"/>
                <a:ea typeface="Arial"/>
                <a:cs typeface="Arial"/>
              </a:rPr>
              <a:t>Forever</a:t>
            </a:r>
          </a:p>
        </p:txBody>
      </p:sp>
      <p:sp>
        <p:nvSpPr>
          <p:cNvPr id="4" name="">
            <a:extLst>
              <a:ext uri="{FF2B5EF4-FFF2-40B4-BE49-F238E27FC236}">
                <ns2:creationId id="{5D9D1F61-7188-45FC-9FBB-33255E60669E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485775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175" b="0" lang="hu-HU">
                <a:solidFill>
                  <a:srgbClr val="D4E8DD"/>
                </a:solidFill>
                <a:latin typeface="Arial"/>
                <a:ea typeface="Arial"/>
                <a:cs typeface="Arial"/>
              </a:rPr>
              <a:t>Termékek, hivatalos vásárlás, értékesítési szabályzat és elszámolás.</a:t>
            </a:r>
          </a:p>
        </p:txBody>
      </p:sp>
      <p:sp>
        <p:nvSpPr>
          <p:cNvPr id="5" name="">
            <a:extLst>
              <a:ext uri="{FF2B5EF4-FFF2-40B4-BE49-F238E27FC236}">
                <ns2:creationId id="{F68DF54D-E5BD-4144-BF02-CF641CC1EC3A}"/>
              </a:ext>
            </a:extLst>
          </p:cNvPr>
          <p:cNvSpPr>
            <a:spLocks noGrp="1"/>
          </p:cNvSpPr>
          <p:nvPr/>
        </p:nvSpPr>
        <p:spPr>
          <a:xfrm>
            <a:off x="6419850" y="210502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 lang="hu-HU">
                <a:solidFill>
                  <a:srgbClr val="FFFFFF"/>
                </a:solidFill>
                <a:latin typeface="Arial"/>
                <a:ea typeface="Arial"/>
                <a:cs typeface="Arial"/>
              </a:rPr>
              <a:t>Forever Card Club</a:t>
            </a:r>
          </a:p>
        </p:txBody>
      </p:sp>
      <p:sp>
        <p:nvSpPr>
          <p:cNvPr id="6" name="">
            <a:extLst>
              <a:ext uri="{FF2B5EF4-FFF2-40B4-BE49-F238E27FC236}">
                <ns2:creationId id="{FBAF949A-07D7-451F-B687-7E2C03D536B3}"/>
              </a:ext>
            </a:extLst>
          </p:cNvPr>
          <p:cNvSpPr>
            <a:spLocks noGrp="1"/>
          </p:cNvSpPr>
          <p:nvPr/>
        </p:nvSpPr>
        <p:spPr>
          <a:xfrm>
            <a:off x="6419850" y="3105150"/>
            <a:ext cx="485775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175" b="0" lang="hu-HU">
                <a:solidFill>
                  <a:srgbClr val="D4E8DD"/>
                </a:solidFill>
                <a:latin typeface="Arial"/>
                <a:ea typeface="Arial"/>
                <a:cs typeface="Arial"/>
              </a:rPr>
              <a:t>A saját munkaterületed az ajánlásokhoz, kapcsolatokhoz, képzéshez és támogatáshoz.</a:t>
            </a:r>
          </a:p>
        </p:txBody>
      </p:sp>
      <p:sp>
        <p:nvSpPr>
          <p:cNvPr id="7" name="">
            <a:extLst>
              <a:ext uri="{FF2B5EF4-FFF2-40B4-BE49-F238E27FC236}">
                <ns2:creationId id="{E0555F00-9647-448C-9424-76B402954AD8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1650" b="0" lang="hu-HU">
                <a:solidFill>
                  <a:srgbClr val="D4E8DD"/>
                </a:solidFill>
                <a:latin typeface="Arial"/>
                <a:ea typeface="Arial"/>
                <a:cs typeface="Arial"/>
              </a:rPr>
              <a:t>Az FCC csapatunk független rendszere, nem hivatalos Forever alkalmazás.</a:t>
            </a:r>
          </a:p>
        </p:txBody>
      </p:sp>
    </p:spTree>
    <p:extLst>
      <p:ext uri="{BB962C8B-B14F-4D97-AF65-F5344CB8AC3E}">
        <ns3:creationId val="126074295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4" name="">
            <a:extLst>
              <a:ext uri="{FF2B5EF4-FFF2-40B4-BE49-F238E27FC236}">
                <ns2:creationId id="{101BC16A-314B-4D63-87BE-75099EBE651E}"/>
              </a:ext>
            </a:extLst>
          </p:cNvPr>
          <p:cNvPicPr>
            <a:picLocks noChangeAspect="1"/>
          </p:cNvPicPr>
          <p:nvPr/>
        </p:nvPicPr>
        <p:blipFill>
          <a:blip r:embed="R96ec4f327d4d4f96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96C0FEC2-0597-4F16-BB30-8FE640BEF54C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Naslov">
            <a:extLst>
              <a:ext uri="{FF2B5EF4-FFF2-40B4-BE49-F238E27FC236}">
                <ns2:creationId id="{C4C47A17-4BAE-477D-A7D2-C5494BB18311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A digitális névjegykártyád</a:t>
            </a:r>
          </a:p>
        </p:txBody>
      </p:sp>
      <p:sp>
        <p:nvSpPr>
          <p:cNvPr id="4" name="">
            <a:extLst>
              <a:ext uri="{FF2B5EF4-FFF2-40B4-BE49-F238E27FC236}">
                <ns2:creationId id="{DE9E9B70-73E3-471A-B7FE-01385382147F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EA5D95E4-3717-4599-8D18-236CE754C736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Személyes kapcsolat</a:t>
            </a:r>
          </a:p>
        </p:txBody>
      </p:sp>
      <p:sp>
        <p:nvSpPr>
          <p:cNvPr id="6" name="">
            <a:extLst>
              <a:ext uri="{FF2B5EF4-FFF2-40B4-BE49-F238E27FC236}">
                <ns2:creationId id="{3C52910B-BE23-448E-BCE0-7FCB4EBEA6D6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Név, fénykép és elérhetőség, hogy felvehessék veled a kapcsolatot.</a:t>
            </a:r>
          </a:p>
        </p:txBody>
      </p:sp>
      <p:sp>
        <p:nvSpPr>
          <p:cNvPr id="7" name="">
            <a:extLst>
              <a:ext uri="{FF2B5EF4-FFF2-40B4-BE49-F238E27FC236}">
                <ns2:creationId id="{87157C25-E8A9-4655-80D1-71405D608FB7}"/>
              </a:ext>
            </a:extLst>
          </p:cNvPr>
          <p:cNvSpPr>
            <a:spLocks noGrp="1"/>
          </p:cNvSpPr>
          <p:nvPr/>
        </p:nvSpPr>
        <p:spPr>
          <a:xfrm>
            <a:off x="609600" y="309562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09DDF819-9E51-4A20-8401-B97FBA911693}"/>
              </a:ext>
            </a:extLst>
          </p:cNvPr>
          <p:cNvSpPr>
            <a:spLocks noGrp="1"/>
          </p:cNvSpPr>
          <p:nvPr/>
        </p:nvSpPr>
        <p:spPr>
          <a:xfrm>
            <a:off x="1257300" y="309562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Hasznos tartalmak</a:t>
            </a:r>
          </a:p>
        </p:txBody>
      </p:sp>
      <p:sp>
        <p:nvSpPr>
          <p:cNvPr id="9" name="">
            <a:extLst>
              <a:ext uri="{FF2B5EF4-FFF2-40B4-BE49-F238E27FC236}">
                <ns2:creationId id="{BD50225C-D510-4BFD-809A-B44813DEDCE5}"/>
              </a:ext>
            </a:extLst>
          </p:cNvPr>
          <p:cNvSpPr>
            <a:spLocks noGrp="1"/>
          </p:cNvSpPr>
          <p:nvPr/>
        </p:nvSpPr>
        <p:spPr>
          <a:xfrm>
            <a:off x="1257300" y="350520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Megosztható termék- és üzleti információk.</a:t>
            </a:r>
          </a:p>
        </p:txBody>
      </p:sp>
      <p:sp>
        <p:nvSpPr>
          <p:cNvPr id="10" name="">
            <a:extLst>
              <a:ext uri="{FF2B5EF4-FFF2-40B4-BE49-F238E27FC236}">
                <ns2:creationId id="{9E10415B-E2F5-4078-8A2C-FD1B2869469C}"/>
              </a:ext>
            </a:extLst>
          </p:cNvPr>
          <p:cNvSpPr>
            <a:spLocks noGrp="1"/>
          </p:cNvSpPr>
          <p:nvPr/>
        </p:nvSpPr>
        <p:spPr>
          <a:xfrm>
            <a:off x="609600" y="42291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01B69A65-A2D9-4BED-93F5-6FE4434AFD3B}"/>
              </a:ext>
            </a:extLst>
          </p:cNvPr>
          <p:cNvSpPr>
            <a:spLocks noGrp="1"/>
          </p:cNvSpPr>
          <p:nvPr/>
        </p:nvSpPr>
        <p:spPr>
          <a:xfrm>
            <a:off x="1257300" y="42291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Forever Web shop</a:t>
            </a:r>
          </a:p>
        </p:txBody>
      </p:sp>
      <p:sp>
        <p:nvSpPr>
          <p:cNvPr id="12" name="">
            <a:extLst>
              <a:ext uri="{FF2B5EF4-FFF2-40B4-BE49-F238E27FC236}">
                <ns2:creationId id="{D2CB6E9D-15B6-4BE1-97AF-B7FD2905CACC}"/>
              </a:ext>
            </a:extLst>
          </p:cNvPr>
          <p:cNvSpPr>
            <a:spLocks noGrp="1"/>
          </p:cNvSpPr>
          <p:nvPr/>
        </p:nvSpPr>
        <p:spPr>
          <a:xfrm>
            <a:off x="1257300" y="46386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A Forever ID-számodhoz kapcsolódó ajánlás.</a:t>
            </a:r>
          </a:p>
        </p:txBody>
      </p:sp>
      <p:sp>
        <p:nvSpPr>
          <p:cNvPr id="13" name="">
            <a:extLst>
              <a:ext uri="{FF2B5EF4-FFF2-40B4-BE49-F238E27FC236}">
                <ns2:creationId id="{A0B246FC-D94D-416D-BD28-5AF3DCBEB6D9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A névjegykártyádat a Saját kártya menüpontban szerkesztheted, és a személyes hivatkozásoddal oszthatod meg.</a:t>
            </a:r>
          </a:p>
        </p:txBody>
      </p:sp>
    </p:spTree>
    <p:extLst>
      <p:ext uri="{BB962C8B-B14F-4D97-AF65-F5344CB8AC3E}">
        <ns4:creationId val="476486187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7" name="">
            <a:extLst>
              <a:ext uri="{FF2B5EF4-FFF2-40B4-BE49-F238E27FC236}">
                <ns2:creationId id="{3AC82866-4F1A-473C-B145-078052CC4BB7}"/>
              </a:ext>
            </a:extLst>
          </p:cNvPr>
          <p:cNvPicPr>
            <a:picLocks noChangeAspect="1"/>
          </p:cNvPicPr>
          <p:nvPr/>
        </p:nvPicPr>
        <p:blipFill>
          <a:blip r:embed="Rc17e468844c54e84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70619AB1-E169-480F-B897-BB94CF101CC3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Naslov">
            <a:extLst>
              <a:ext uri="{FF2B5EF4-FFF2-40B4-BE49-F238E27FC236}">
                <ns2:creationId id="{2F32543F-6D32-4352-8392-5F2ECBEDC6A8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Termékajánlás</a:t>
            </a:r>
          </a:p>
        </p:txBody>
      </p:sp>
      <p:sp>
        <p:nvSpPr>
          <p:cNvPr id="4" name="">
            <a:extLst>
              <a:ext uri="{FF2B5EF4-FFF2-40B4-BE49-F238E27FC236}">
                <ns2:creationId id="{0F8C843F-A45D-45FF-AF7C-9289C1804CAF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5810250" cy="2543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Válassz terméket.</a:t>
            </a:r>
          </a:p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Személyre szabhatod az üzenetet.</a:t>
            </a:r>
          </a:p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Oszd meg a</a:t>
            </a:r>
          </a:p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személyes ajánlásodat.</a:t>
            </a:r>
          </a:p>
        </p:txBody>
      </p:sp>
      <p:sp>
        <p:nvSpPr>
          <p:cNvPr id="5" name="">
            <a:extLst>
              <a:ext uri="{FF2B5EF4-FFF2-40B4-BE49-F238E27FC236}">
                <ns2:creationId id="{9618F7B4-8815-4E7A-9AA5-F7752A962CA8}"/>
              </a:ext>
            </a:extLst>
          </p:cNvPr>
          <p:cNvSpPr>
            <a:spLocks noGrp="1"/>
          </p:cNvSpPr>
          <p:nvPr/>
        </p:nvSpPr>
        <p:spPr>
          <a:xfrm>
            <a:off x="609600" y="4962525"/>
            <a:ext cx="550545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32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A vásárlás a kiválasztott piac hivatalos webáruházában fejeződik be.</a:t>
            </a:r>
          </a:p>
        </p:txBody>
      </p:sp>
      <p:pic>
        <p:nvPicPr>
          <p:cNvPr id="6" name="">
            <a:extLst>
              <a:ext uri="{FF2B5EF4-FFF2-40B4-BE49-F238E27FC236}">
                <ns2:creationId id="{39976A63-FB8D-4AF1-9CE1-E346A83FF05D}"/>
              </a:ext>
            </a:extLst>
          </p:cNvPr>
          <p:cNvPicPr>
            <a:picLocks noChangeAspect="1"/>
          </p:cNvPicPr>
          <p:nvPr/>
        </p:nvPicPr>
        <p:blipFill>
          <a:blip r:embed="R94ff2c7901084e46"/>
          <a:stretch/>
        </p:blipFill>
        <p:spPr>
          <a:xfrm>
            <a:off x="7296150" y="1695450"/>
            <a:ext cx="3695700" cy="5124450"/>
          </a:xfrm>
          <a:prstGeom prst="rect">
            <a:avLst/>
          </a:prstGeom>
        </p:spPr>
      </p:pic>
      <p:sp>
        <p:nvSpPr>
          <p:cNvPr id="8" name="Interface example"/>
          <p:cNvSpPr>
            <a:spLocks noGrp="1"/>
          </p:cNvSpPr>
          <p:nvPr/>
        </p:nvSpPr>
        <p:spPr>
          <a:xfrm>
            <a:off x="609600" y="6238875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400" b="0" lang="hu-HU" dirty="0">
                <a:solidFill>
                  <a:srgbClr val="526B63"/>
                </a:solidFill>
                <a:latin typeface="Arial"/>
              </a:rPr>
              <a:t>Példa az FCC felületére magyarul.</a:t>
            </a:r>
          </a:p>
        </p:txBody>
      </p:sp>
    </p:spTree>
    <p:extLst>
      <p:ext uri="{BB962C8B-B14F-4D97-AF65-F5344CB8AC3E}">
        <ns4:creationId val="881719525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4" name="">
            <a:extLst>
              <a:ext uri="{FF2B5EF4-FFF2-40B4-BE49-F238E27FC236}">
                <ns2:creationId id="{F86D17C0-D7F3-45EA-967D-967E55EE8F83}"/>
              </a:ext>
            </a:extLst>
          </p:cNvPr>
          <p:cNvPicPr>
            <a:picLocks noChangeAspect="1"/>
          </p:cNvPicPr>
          <p:nvPr/>
        </p:nvPicPr>
        <p:blipFill>
          <a:blip r:embed="R595a642bf0454749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4CEB6670-C2AA-4467-91EC-97E39F1D73FA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Naslov">
            <a:extLst>
              <a:ext uri="{FF2B5EF4-FFF2-40B4-BE49-F238E27FC236}">
                <ns2:creationId id="{40317049-7FB1-4A36-BA93-DFB89F66E1F3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Üzleti együttműködés és kezdőcsomag</a:t>
            </a:r>
          </a:p>
        </p:txBody>
      </p:sp>
      <p:sp>
        <p:nvSpPr>
          <p:cNvPr id="4" name="">
            <a:extLst>
              <a:ext uri="{FF2B5EF4-FFF2-40B4-BE49-F238E27FC236}">
                <ns2:creationId id="{423E083F-38C2-4E49-88D7-BD3CEBE4AA0C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B7C7534D-288A-42A5-83E7-F29F37899079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Üzleti tartalom</a:t>
            </a:r>
          </a:p>
        </p:txBody>
      </p:sp>
      <p:sp>
        <p:nvSpPr>
          <p:cNvPr id="6" name="">
            <a:extLst>
              <a:ext uri="{FF2B5EF4-FFF2-40B4-BE49-F238E27FC236}">
                <ns2:creationId id="{AD6CE61F-E3C0-4E6E-8FEE-073F384D663E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Segít az illetőnek átlátni a lehetőségeket, mielőtt döntést hoz.</a:t>
            </a:r>
          </a:p>
        </p:txBody>
      </p:sp>
      <p:sp>
        <p:nvSpPr>
          <p:cNvPr id="7" name="">
            <a:extLst>
              <a:ext uri="{FF2B5EF4-FFF2-40B4-BE49-F238E27FC236}">
                <ns2:creationId id="{7123A8D0-039A-4339-9BAB-CFD9A4CDFA90}"/>
              </a:ext>
            </a:extLst>
          </p:cNvPr>
          <p:cNvSpPr>
            <a:spLocks noGrp="1"/>
          </p:cNvSpPr>
          <p:nvPr/>
        </p:nvSpPr>
        <p:spPr>
          <a:xfrm>
            <a:off x="609600" y="311467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0846DCA2-8253-49B5-A450-922F0FC34097}"/>
              </a:ext>
            </a:extLst>
          </p:cNvPr>
          <p:cNvSpPr>
            <a:spLocks noGrp="1"/>
          </p:cNvSpPr>
          <p:nvPr/>
        </p:nvSpPr>
        <p:spPr>
          <a:xfrm>
            <a:off x="1257300" y="311467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Kezdőcsomag</a:t>
            </a:r>
          </a:p>
        </p:txBody>
      </p:sp>
      <p:sp>
        <p:nvSpPr>
          <p:cNvPr id="9" name="">
            <a:extLst>
              <a:ext uri="{FF2B5EF4-FFF2-40B4-BE49-F238E27FC236}">
                <ns2:creationId id="{23B5AF94-FCC0-4FD5-97DB-CA7ECAF7E006}"/>
              </a:ext>
            </a:extLst>
          </p:cNvPr>
          <p:cNvSpPr>
            <a:spLocks noGrp="1"/>
          </p:cNvSpPr>
          <p:nvPr/>
        </p:nvSpPr>
        <p:spPr>
          <a:xfrm>
            <a:off x="1257300" y="352425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Hivatkozás a hivatalos helyi folyamatra.</a:t>
            </a:r>
          </a:p>
        </p:txBody>
      </p:sp>
      <p:sp>
        <p:nvSpPr>
          <p:cNvPr id="10" name="">
            <a:extLst>
              <a:ext uri="{FF2B5EF4-FFF2-40B4-BE49-F238E27FC236}">
                <ns2:creationId id="{44091B20-92BD-4F96-81CB-4C2569DDA57E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FB3A53A3-847D-42D5-BE6A-327E911D5457}"/>
              </a:ext>
            </a:extLst>
          </p:cNvPr>
          <p:cNvSpPr>
            <a:spLocks noGrp="1"/>
          </p:cNvSpPr>
          <p:nvPr/>
        </p:nvSpPr>
        <p:spPr>
          <a:xfrm>
            <a:off x="1257300" y="42672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Az ajánlásod</a:t>
            </a:r>
          </a:p>
        </p:txBody>
      </p:sp>
      <p:sp>
        <p:nvSpPr>
          <p:cNvPr id="12" name="">
            <a:extLst>
              <a:ext uri="{FF2B5EF4-FFF2-40B4-BE49-F238E27FC236}">
                <ns2:creationId id="{CD6900A3-9105-4B4A-8204-3F1851783DA4}"/>
              </a:ext>
            </a:extLst>
          </p:cNvPr>
          <p:cNvSpPr>
            <a:spLocks noGrp="1"/>
          </p:cNvSpPr>
          <p:nvPr/>
        </p:nvSpPr>
        <p:spPr>
          <a:xfrm>
            <a:off x="1257300" y="46767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A piaci szabályok szerint a Forever ID-számhoz kapcsolódik.</a:t>
            </a:r>
          </a:p>
        </p:txBody>
      </p:sp>
      <p:sp>
        <p:nvSpPr>
          <p:cNvPr id="13" name="">
            <a:extLst>
              <a:ext uri="{FF2B5EF4-FFF2-40B4-BE49-F238E27FC236}">
                <ns2:creationId id="{86D648FA-AB6C-449A-89C6-E053C9F302EA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Döntés előtt nézzétek át együtt a csomag tartalmát, árát és az üzleti feltételeket.</a:t>
            </a:r>
          </a:p>
        </p:txBody>
      </p:sp>
    </p:spTree>
    <p:extLst>
      <p:ext uri="{BB962C8B-B14F-4D97-AF65-F5344CB8AC3E}">
        <ns4:creationId val="1985799901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4" name="">
            <a:extLst>
              <a:ext uri="{FF2B5EF4-FFF2-40B4-BE49-F238E27FC236}">
                <ns2:creationId id="{36D3208E-D467-45B6-B84F-993282DA2C05}"/>
              </a:ext>
            </a:extLst>
          </p:cNvPr>
          <p:cNvPicPr>
            <a:picLocks noChangeAspect="1"/>
          </p:cNvPicPr>
          <p:nvPr/>
        </p:nvPicPr>
        <p:blipFill>
          <a:blip r:embed="Rcc997d641f674b2e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350745C5-7885-44C5-A038-D3DF1BE3084D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Naslov">
            <a:extLst>
              <a:ext uri="{FF2B5EF4-FFF2-40B4-BE49-F238E27FC236}">
                <ns2:creationId id="{716B21D9-4588-41FE-B7DE-88EE1983E4B0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Kapcsolatok és egyeztetett kapcsolatfelvétel</a:t>
            </a:r>
          </a:p>
        </p:txBody>
      </p:sp>
      <p:sp>
        <p:nvSpPr>
          <p:cNvPr id="4" name="">
            <a:extLst>
              <a:ext uri="{FF2B5EF4-FFF2-40B4-BE49-F238E27FC236}">
                <ns2:creationId id="{35A73B73-CF45-46EB-A7C8-ADD62F54412B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325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2EA067BA-7EDF-4565-9395-E5B2E840046D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325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Jegyezd fel, mi keltette fel az érdeklődését</a:t>
            </a:r>
          </a:p>
        </p:txBody>
      </p:sp>
      <p:sp>
        <p:nvSpPr>
          <p:cNvPr id="6" name="">
            <a:extLst>
              <a:ext uri="{FF2B5EF4-FFF2-40B4-BE49-F238E27FC236}">
                <ns2:creationId id="{174972BC-F64E-4F59-881A-3ADD61DB6C4F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Termék, üzleti lehetőség vagy kiválasztott webinár.</a:t>
            </a:r>
          </a:p>
        </p:txBody>
      </p:sp>
      <p:sp>
        <p:nvSpPr>
          <p:cNvPr id="7" name="">
            <a:extLst>
              <a:ext uri="{FF2B5EF4-FFF2-40B4-BE49-F238E27FC236}">
                <ns2:creationId id="{A980A2D7-D029-4CA9-98EA-E1E24BDC96E8}"/>
              </a:ext>
            </a:extLst>
          </p:cNvPr>
          <p:cNvSpPr>
            <a:spLocks noGrp="1"/>
          </p:cNvSpPr>
          <p:nvPr/>
        </p:nvSpPr>
        <p:spPr>
          <a:xfrm>
            <a:off x="609600" y="313372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325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21F348C9-ADAE-4A31-9086-7382091A7469}"/>
              </a:ext>
            </a:extLst>
          </p:cNvPr>
          <p:cNvSpPr>
            <a:spLocks noGrp="1"/>
          </p:cNvSpPr>
          <p:nvPr/>
        </p:nvSpPr>
        <p:spPr>
          <a:xfrm>
            <a:off x="1257300" y="313372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325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Jegyezd fel, miben állapodtatok meg</a:t>
            </a:r>
          </a:p>
        </p:txBody>
      </p:sp>
      <p:sp>
        <p:nvSpPr>
          <p:cNvPr id="9" name="">
            <a:extLst>
              <a:ext uri="{FF2B5EF4-FFF2-40B4-BE49-F238E27FC236}">
                <ns2:creationId id="{1939F4C9-7AC8-4E57-95EE-A8ED90B8F700}"/>
              </a:ext>
            </a:extLst>
          </p:cNvPr>
          <p:cNvSpPr>
            <a:spLocks noGrp="1"/>
          </p:cNvSpPr>
          <p:nvPr/>
        </p:nvSpPr>
        <p:spPr>
          <a:xfrm>
            <a:off x="1257300" y="354330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Miről beszéltetek, és mikor jelentkezel újra.</a:t>
            </a:r>
          </a:p>
        </p:txBody>
      </p:sp>
      <p:sp>
        <p:nvSpPr>
          <p:cNvPr id="10" name="">
            <a:extLst>
              <a:ext uri="{FF2B5EF4-FFF2-40B4-BE49-F238E27FC236}">
                <ns2:creationId id="{1FB78878-179B-4961-98D8-1E538F979850}"/>
              </a:ext>
            </a:extLst>
          </p:cNvPr>
          <p:cNvSpPr>
            <a:spLocks noGrp="1"/>
          </p:cNvSpPr>
          <p:nvPr/>
        </p:nvSpPr>
        <p:spPr>
          <a:xfrm>
            <a:off x="609600" y="43053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325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069C8E17-B1D6-4228-B6CE-91556722565C}"/>
              </a:ext>
            </a:extLst>
          </p:cNvPr>
          <p:cNvSpPr>
            <a:spLocks noGrp="1"/>
          </p:cNvSpPr>
          <p:nvPr/>
        </p:nvSpPr>
        <p:spPr>
          <a:xfrm>
            <a:off x="1257300" y="43053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325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Erősítsd meg, hogy valóban megtörtént a művelet</a:t>
            </a:r>
          </a:p>
        </p:txBody>
      </p:sp>
      <p:sp>
        <p:nvSpPr>
          <p:cNvPr id="12" name="">
            <a:extLst>
              <a:ext uri="{FF2B5EF4-FFF2-40B4-BE49-F238E27FC236}">
                <ns2:creationId id="{1A8CF46B-3238-4DDE-9E94-1ABCB125750F}"/>
              </a:ext>
            </a:extLst>
          </p:cNvPr>
          <p:cNvSpPr>
            <a:spLocks noGrp="1"/>
          </p:cNvSpPr>
          <p:nvPr/>
        </p:nvSpPr>
        <p:spPr>
          <a:xfrm>
            <a:off x="1257300" y="47148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A piszkozat és a ténylegesen elküldött üzenet állapota eltérő.</a:t>
            </a:r>
          </a:p>
        </p:txBody>
      </p:sp>
      <p:sp>
        <p:nvSpPr>
          <p:cNvPr id="13" name="">
            <a:extLst>
              <a:ext uri="{FF2B5EF4-FFF2-40B4-BE49-F238E27FC236}">
                <ns2:creationId id="{2F5FF45C-FE0C-45D2-9A2F-99DE8DEC9997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Példa: Ana további információt szeretne a termékről. Megbeszéltétek, hogy csütörtökön beszéltek.</a:t>
            </a:r>
          </a:p>
        </p:txBody>
      </p:sp>
    </p:spTree>
    <p:extLst>
      <p:ext uri="{BB962C8B-B14F-4D97-AF65-F5344CB8AC3E}">
        <ns4:creationId val="449993391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7" name="">
            <a:extLst>
              <a:ext uri="{FF2B5EF4-FFF2-40B4-BE49-F238E27FC236}">
                <ns2:creationId id="{5ADCFCC7-A789-4960-978D-09BFFD23F46C}"/>
              </a:ext>
            </a:extLst>
          </p:cNvPr>
          <p:cNvPicPr>
            <a:picLocks noChangeAspect="1"/>
          </p:cNvPicPr>
          <p:nvPr/>
        </p:nvPicPr>
        <p:blipFill>
          <a:blip r:embed="R64b74fa4d54445c9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FAC00C27-9DC4-4087-B955-2DAE7D6A8F6E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Naslov">
            <a:extLst>
              <a:ext uri="{FF2B5EF4-FFF2-40B4-BE49-F238E27FC236}">
                <ns2:creationId id="{DF82E299-944A-4628-8F4C-EE73BB76D6E9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AI Coach a konkrét következő lépésedhez</a:t>
            </a:r>
          </a:p>
        </p:txBody>
      </p:sp>
      <p:sp>
        <p:nvSpPr>
          <p:cNvPr id="4" name="">
            <a:extLst>
              <a:ext uri="{FF2B5EF4-FFF2-40B4-BE49-F238E27FC236}">
                <ns2:creationId id="{4618C986-4CF7-4F17-A8A6-90697A6FBD9C}"/>
              </a:ext>
            </a:extLst>
          </p:cNvPr>
          <p:cNvSpPr>
            <a:spLocks noGrp="1"/>
          </p:cNvSpPr>
          <p:nvPr/>
        </p:nvSpPr>
        <p:spPr>
          <a:xfrm>
            <a:off x="609600" y="2171700"/>
            <a:ext cx="10620375" cy="190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„Ana többet szeretne megtudni a termékről.</a:t>
            </a:r>
          </a:p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Segíts megírni egy rövid üzenetet</a:t>
            </a:r>
          </a:p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és javasolj egy következő beszélgetést.”</a:t>
            </a:r>
          </a:p>
        </p:txBody>
      </p:sp>
      <p:sp>
        <p:nvSpPr>
          <p:cNvPr id="5" name="">
            <a:extLst>
              <a:ext uri="{FF2B5EF4-FFF2-40B4-BE49-F238E27FC236}">
                <ns2:creationId id="{7A79F3E1-BCA2-4DD5-8614-AB0D88B13E50}"/>
              </a:ext>
            </a:extLst>
          </p:cNvPr>
          <p:cNvSpPr>
            <a:spLocks noGrp="1"/>
          </p:cNvSpPr>
          <p:nvPr/>
        </p:nvSpPr>
        <p:spPr>
          <a:xfrm>
            <a:off x="609600" y="4429125"/>
            <a:ext cx="9810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40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A kapott szöveget átnézed, és a saját beszédstílusodhoz igazítod.</a:t>
            </a:r>
          </a:p>
        </p:txBody>
      </p:sp>
      <p:sp>
        <p:nvSpPr>
          <p:cNvPr id="6" name="">
            <a:extLst>
              <a:ext uri="{FF2B5EF4-FFF2-40B4-BE49-F238E27FC236}">
                <ns2:creationId id="{22416B2D-1F11-433C-BBC2-0F785465E814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PRO-funkció. Te döntöd el, mit küldesz el, és te erősíted meg a tényleges küldést.</a:t>
            </a:r>
          </a:p>
        </p:txBody>
      </p:sp>
    </p:spTree>
    <p:extLst>
      <p:ext uri="{BB962C8B-B14F-4D97-AF65-F5344CB8AC3E}">
        <ns4:creationId val="1346486136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>
            <a:extLst>
              <a:ext uri="{FF2B5EF4-FFF2-40B4-BE49-F238E27FC236}">
                <ns2:creationId id="{FF8A0D6A-54B6-4B2D-9DB0-C5BDDF808E3D}"/>
              </a:ext>
            </a:extLst>
          </p:cNvPr>
          <p:cNvPicPr>
            <a:picLocks noChangeAspect="1"/>
          </p:cNvPicPr>
          <p:nvPr/>
        </p:nvPicPr>
        <p:blipFill>
          <a:blip r:embed="R5343d6ff4c174578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E6769AB0-AB42-4284-BB52-4656C71D4B12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Naslov">
            <a:extLst>
              <a:ext uri="{FF2B5EF4-FFF2-40B4-BE49-F238E27FC236}">
                <ns2:creationId id="{90491E5F-0446-4BAA-B6BE-4190663616A3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Az utam: irányított, mindennapi munka</a:t>
            </a:r>
          </a:p>
        </p:txBody>
      </p:sp>
      <p:sp>
        <p:nvSpPr>
          <p:cNvPr id="4" name="">
            <a:extLst>
              <a:ext uri="{FF2B5EF4-FFF2-40B4-BE49-F238E27FC236}">
                <ns2:creationId id="{92687A41-C742-4378-AD11-49975B1C34BB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33337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8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8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84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90</a:t>
            </a:r>
          </a:p>
        </p:txBody>
      </p:sp>
      <p:sp>
        <p:nvSpPr>
          <p:cNvPr id="5" name="">
            <a:extLst>
              <a:ext uri="{FF2B5EF4-FFF2-40B4-BE49-F238E27FC236}">
                <ns2:creationId id="{ADADDF67-C3F1-4410-80F0-92B1ADC7D175}"/>
              </a:ext>
            </a:extLst>
          </p:cNvPr>
          <p:cNvSpPr>
            <a:spLocks noGrp="1"/>
          </p:cNvSpPr>
          <p:nvPr/>
        </p:nvSpPr>
        <p:spPr>
          <a:xfrm>
            <a:off x="4038600" y="2343150"/>
            <a:ext cx="70104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225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Lépés a gyakorlati cselekvésen keresztüli tanuláshoz</a:t>
            </a:r>
          </a:p>
        </p:txBody>
      </p:sp>
      <p:sp>
        <p:nvSpPr>
          <p:cNvPr id="6" name="">
            <a:extLst>
              <a:ext uri="{FF2B5EF4-FFF2-40B4-BE49-F238E27FC236}">
                <ns2:creationId id="{7C5AB490-C659-4C9B-B69E-DD904A82A66E}"/>
              </a:ext>
            </a:extLst>
          </p:cNvPr>
          <p:cNvSpPr>
            <a:spLocks noGrp="1"/>
          </p:cNvSpPr>
          <p:nvPr/>
        </p:nvSpPr>
        <p:spPr>
          <a:xfrm>
            <a:off x="609600" y="4105275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4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A mai feladat konkrét teendőt, segítséget és teljesítési feltételt tartalmaz.</a:t>
            </a:r>
          </a:p>
        </p:txBody>
      </p:sp>
      <p:sp>
        <p:nvSpPr>
          <p:cNvPr id="7" name="">
            <a:extLst>
              <a:ext uri="{FF2B5EF4-FFF2-40B4-BE49-F238E27FC236}">
                <ns2:creationId id="{0E5742C4-2A4A-4AB4-9CFF-680A82FB8898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4 Core: Toborzás, Megtartás, Produktivitás, Fejlődés. Hozzáférés a program feltételei szerint.</a:t>
            </a:r>
          </a:p>
        </p:txBody>
      </p:sp>
    </p:spTree>
    <p:extLst>
      <p:ext uri="{BB962C8B-B14F-4D97-AF65-F5344CB8AC3E}">
        <ns4:creationId val="779428553"/>
      </p:ext>
    </p:extLst>
  </p:cSld>
</p:sld>
</file>

<file path=ppt/slides/slide2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6" name="">
            <a:extLst>
              <a:ext uri="{FF2B5EF4-FFF2-40B4-BE49-F238E27FC236}">
                <ns2:creationId id="{755CBF8A-CF99-4296-B52A-929A5B188D96}"/>
              </a:ext>
            </a:extLst>
          </p:cNvPr>
          <p:cNvPicPr>
            <a:picLocks noChangeAspect="1"/>
          </p:cNvPicPr>
          <p:nvPr/>
        </p:nvPicPr>
        <p:blipFill>
          <a:blip r:embed="Rd2520270cdcb44be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D632DCC3-6502-4FE5-A452-5728A3FF9CB3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" name="Naslov">
            <a:extLst>
              <a:ext uri="{FF2B5EF4-FFF2-40B4-BE49-F238E27FC236}">
                <ns2:creationId id="{9CA21175-6AB5-4D8F-B8A5-DF0C57ACDEB4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A tanulás gyakorlati alkalmazással</a:t>
            </a:r>
          </a:p>
        </p:txBody>
      </p:sp>
      <p:sp>
        <p:nvSpPr>
          <p:cNvPr id="4" name="">
            <a:extLst>
              <a:ext uri="{FF2B5EF4-FFF2-40B4-BE49-F238E27FC236}">
                <ns2:creationId id="{5601D9A2-9AD3-4AD3-8BED-F082627DE474}"/>
              </a:ext>
            </a:extLst>
          </p:cNvPr>
          <p:cNvSpPr>
            <a:spLocks noGrp="1"/>
          </p:cNvSpPr>
          <p:nvPr/>
        </p:nvSpPr>
        <p:spPr>
          <a:xfrm>
            <a:off x="609600" y="1819275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Alakítsd át rögtön a témát egy hasznos beszélgetéssé.</a:t>
            </a:r>
          </a:p>
        </p:txBody>
      </p:sp>
      <p:pic>
        <p:nvPicPr>
          <p:cNvPr id="5" name="">
            <a:extLst>
              <a:ext uri="{FF2B5EF4-FFF2-40B4-BE49-F238E27FC236}">
                <ns2:creationId id="{A42EF5A1-048A-40A7-8EB7-D73F3B145432}"/>
              </a:ext>
            </a:extLst>
          </p:cNvPr>
          <p:cNvPicPr>
            <a:picLocks noChangeAspect="1"/>
          </p:cNvPicPr>
          <p:nvPr/>
        </p:nvPicPr>
        <p:blipFill>
          <a:blip r:embed="Rc24afb3e1b784e7e"/>
          <a:stretch/>
        </p:blipFill>
        <p:spPr>
          <a:xfrm>
            <a:off x="609600" y="2771775"/>
            <a:ext cx="10953750" cy="3295650"/>
          </a:xfrm>
          <a:prstGeom prst="rect">
            <a:avLst/>
          </a:prstGeom>
        </p:spPr>
      </p:pic>
      <p:sp>
        <p:nvSpPr>
          <p:cNvPr id="7" name="Interface example"/>
          <p:cNvSpPr>
            <a:spLocks noGrp="1"/>
          </p:cNvSpPr>
          <p:nvPr/>
        </p:nvSpPr>
        <p:spPr>
          <a:xfrm>
            <a:off x="609600" y="63627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400" b="0" lang="hu-HU" dirty="0">
                <a:solidFill>
                  <a:srgbClr val="526B63"/>
                </a:solidFill>
                <a:latin typeface="Arial"/>
              </a:rPr>
              <a:t>Példa az FCC felületére magyarul.</a:t>
            </a:r>
          </a:p>
        </p:txBody>
      </p:sp>
    </p:spTree>
    <p:extLst>
      <p:ext uri="{BB962C8B-B14F-4D97-AF65-F5344CB8AC3E}">
        <ns4:creationId val="872864147"/>
      </p:ext>
    </p:extLst>
  </p:cSld>
</p:sld>
</file>

<file path=ppt/slides/slide2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7" name="">
            <a:extLst>
              <a:ext uri="{FF2B5EF4-FFF2-40B4-BE49-F238E27FC236}">
                <ns2:creationId id="{429D5618-D6D1-4709-9032-CCBDE1794EC0}"/>
              </a:ext>
            </a:extLst>
          </p:cNvPr>
          <p:cNvPicPr>
            <a:picLocks noChangeAspect="1"/>
          </p:cNvPicPr>
          <p:nvPr/>
        </p:nvPicPr>
        <p:blipFill>
          <a:blip r:embed="R9e74150305fa4111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6D26F613-9E2D-4BC5-A70E-316C062077EE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3" name="Naslov">
            <a:extLst>
              <a:ext uri="{FF2B5EF4-FFF2-40B4-BE49-F238E27FC236}">
                <ns2:creationId id="{3DBF11A3-4EDF-4D18-977F-B4AACE2BE639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Meghívó egy kiválasztott webinárra</a:t>
            </a:r>
          </a:p>
        </p:txBody>
      </p:sp>
      <p:sp>
        <p:nvSpPr>
          <p:cNvPr id="4" name="">
            <a:extLst>
              <a:ext uri="{FF2B5EF4-FFF2-40B4-BE49-F238E27FC236}">
                <ns2:creationId id="{64A80DF6-83D6-420D-B270-58B477A61493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3333750" cy="2657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Válassz időpontot.</a:t>
            </a:r>
          </a:p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Adj hozzá személyes</a:t>
            </a:r>
          </a:p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okot a meghívásra.</a:t>
            </a:r>
          </a:p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Küldd el a saját linkedet.</a:t>
            </a:r>
          </a:p>
        </p:txBody>
      </p:sp>
      <p:sp>
        <p:nvSpPr>
          <p:cNvPr id="5" name="">
            <a:extLst>
              <a:ext uri="{FF2B5EF4-FFF2-40B4-BE49-F238E27FC236}">
                <ns2:creationId id="{958B8E7C-0CB5-4427-A2CD-626ACD27829B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333375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02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A vendég a meghívódon keresztül regisztrál egy konkrét eseményre.</a:t>
            </a:r>
          </a:p>
        </p:txBody>
      </p:sp>
      <p:pic>
        <p:nvPicPr>
          <p:cNvPr id="6" name="">
            <a:extLst>
              <a:ext uri="{FF2B5EF4-FFF2-40B4-BE49-F238E27FC236}">
                <ns2:creationId id="{3390DCC8-0B52-4314-8F10-D4E2C4601566}"/>
              </a:ext>
            </a:extLst>
          </p:cNvPr>
          <p:cNvPicPr>
            <a:picLocks noChangeAspect="1"/>
          </p:cNvPicPr>
          <p:nvPr/>
        </p:nvPicPr>
        <p:blipFill>
          <a:blip r:embed="R1e50648732a948d2"/>
          <a:stretch/>
        </p:blipFill>
        <p:spPr>
          <a:xfrm>
            <a:off x="5667375" y="2343773"/>
            <a:ext cx="5524500" cy="3418229"/>
          </a:xfrm>
          <a:prstGeom prst="rect">
            <a:avLst/>
          </a:prstGeom>
        </p:spPr>
      </p:pic>
      <p:sp>
        <p:nvSpPr>
          <p:cNvPr id="8" name="Interface example"/>
          <p:cNvSpPr>
            <a:spLocks noGrp="1"/>
          </p:cNvSpPr>
          <p:nvPr/>
        </p:nvSpPr>
        <p:spPr>
          <a:xfrm>
            <a:off x="609600" y="6238875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400" b="0" lang="hu-HU" dirty="0">
                <a:solidFill>
                  <a:srgbClr val="526B63"/>
                </a:solidFill>
                <a:latin typeface="Arial"/>
              </a:rPr>
              <a:t>Példa az FCC felületére magyarul.</a:t>
            </a:r>
          </a:p>
        </p:txBody>
      </p:sp>
    </p:spTree>
    <p:extLst>
      <p:ext uri="{BB962C8B-B14F-4D97-AF65-F5344CB8AC3E}">
        <ns4:creationId val="700804711"/>
      </p:ext>
    </p:extLst>
  </p:cSld>
</p:sld>
</file>

<file path=ppt/slides/slide2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6" name="">
            <a:extLst>
              <a:ext uri="{FF2B5EF4-FFF2-40B4-BE49-F238E27FC236}">
                <ns2:creationId id="{D5E12F88-80BE-4ED3-9045-0929104BF85E}"/>
              </a:ext>
            </a:extLst>
          </p:cNvPr>
          <p:cNvPicPr>
            <a:picLocks noChangeAspect="1"/>
          </p:cNvPicPr>
          <p:nvPr/>
        </p:nvPicPr>
        <p:blipFill>
          <a:blip r:embed="R767dfad8865d4072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6C95CCE3-AAC8-46D2-A89D-918660909B14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3" name="Naslov">
            <a:extLst>
              <a:ext uri="{FF2B5EF4-FFF2-40B4-BE49-F238E27FC236}">
                <ns2:creationId id="{86A969A1-FE90-4CAE-9E4D-B1F25AAE3459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Marko regisztrált. Mi a következő lépés?</a:t>
            </a:r>
          </a:p>
        </p:txBody>
      </p:sp>
      <p:sp>
        <p:nvSpPr>
          <p:cNvPr id="4" name="">
            <a:extLst>
              <a:ext uri="{FF2B5EF4-FFF2-40B4-BE49-F238E27FC236}">
                <ns2:creationId id="{E5F1DAFA-2528-492F-B2BE-F6718195409F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4DB35653-FBDF-4BEC-83F0-6FBB39603769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Regisztráció egy konkrét időpontra</a:t>
            </a:r>
          </a:p>
        </p:txBody>
      </p:sp>
      <p:sp>
        <p:nvSpPr>
          <p:cNvPr id="6" name="">
            <a:extLst>
              <a:ext uri="{FF2B5EF4-FFF2-40B4-BE49-F238E27FC236}">
                <ns2:creationId id="{CB2364BB-A3BB-4784-8D31-FC7726F1C590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A névjegy és a regisztráció továbbra is a meghívóhoz kapcsolódik.</a:t>
            </a:r>
          </a:p>
        </p:txBody>
      </p:sp>
      <p:sp>
        <p:nvSpPr>
          <p:cNvPr id="7" name="">
            <a:extLst>
              <a:ext uri="{FF2B5EF4-FFF2-40B4-BE49-F238E27FC236}">
                <ns2:creationId id="{AD290595-7437-4728-8D3A-3E8B1D2B748F}"/>
              </a:ext>
            </a:extLst>
          </p:cNvPr>
          <p:cNvSpPr>
            <a:spLocks noGrp="1"/>
          </p:cNvSpPr>
          <p:nvPr/>
        </p:nvSpPr>
        <p:spPr>
          <a:xfrm>
            <a:off x="609600" y="284797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46695ECA-CB8D-4B9F-A2E8-B65C37B9556C}"/>
              </a:ext>
            </a:extLst>
          </p:cNvPr>
          <p:cNvSpPr>
            <a:spLocks noGrp="1"/>
          </p:cNvSpPr>
          <p:nvPr/>
        </p:nvSpPr>
        <p:spPr>
          <a:xfrm>
            <a:off x="1257300" y="284797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A webinár előtt</a:t>
            </a:r>
          </a:p>
        </p:txBody>
      </p:sp>
      <p:sp>
        <p:nvSpPr>
          <p:cNvPr id="9" name="">
            <a:extLst>
              <a:ext uri="{FF2B5EF4-FFF2-40B4-BE49-F238E27FC236}">
                <ns2:creationId id="{62BE4D3F-BC4E-41C9-B048-D3D0AD57E314}"/>
              </a:ext>
            </a:extLst>
          </p:cNvPr>
          <p:cNvSpPr>
            <a:spLocks noGrp="1"/>
          </p:cNvSpPr>
          <p:nvPr/>
        </p:nvSpPr>
        <p:spPr>
          <a:xfrm>
            <a:off x="1257300" y="325755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A visszaigazolás és a kiválasztott emlékeztetők segítenek, hogy a vendég részt vegyen.</a:t>
            </a:r>
          </a:p>
        </p:txBody>
      </p:sp>
      <p:sp>
        <p:nvSpPr>
          <p:cNvPr id="10" name="">
            <a:extLst>
              <a:ext uri="{FF2B5EF4-FFF2-40B4-BE49-F238E27FC236}">
                <ns2:creationId id="{8ECC572D-40C3-4866-9005-CFF07D7DA9C3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9B07424D-9E40-46F4-B29D-C0C5CD66F25E}"/>
              </a:ext>
            </a:extLst>
          </p:cNvPr>
          <p:cNvSpPr>
            <a:spLocks noGrp="1"/>
          </p:cNvSpPr>
          <p:nvPr/>
        </p:nvSpPr>
        <p:spPr>
          <a:xfrm>
            <a:off x="1257300" y="37338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A webinár után</a:t>
            </a:r>
          </a:p>
        </p:txBody>
      </p:sp>
      <p:sp>
        <p:nvSpPr>
          <p:cNvPr id="12" name="">
            <a:extLst>
              <a:ext uri="{FF2B5EF4-FFF2-40B4-BE49-F238E27FC236}">
                <ns2:creationId id="{CC04F91B-0460-4471-969A-A7A5BB25A43D}"/>
              </a:ext>
            </a:extLst>
          </p:cNvPr>
          <p:cNvSpPr>
            <a:spLocks noGrp="1"/>
          </p:cNvSpPr>
          <p:nvPr/>
        </p:nvSpPr>
        <p:spPr>
          <a:xfrm>
            <a:off x="1257300" y="41433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Az együttműködő megerősíti a részvételt, és beszélgetést egyeztet.</a:t>
            </a:r>
          </a:p>
        </p:txBody>
      </p:sp>
      <p:sp>
        <p:nvSpPr>
          <p:cNvPr id="13" name="">
            <a:extLst>
              <a:ext uri="{FF2B5EF4-FFF2-40B4-BE49-F238E27FC236}">
                <ns2:creationId id="{1996C6A4-A7E3-4F17-8120-05460EF79D98}"/>
              </a:ext>
            </a:extLst>
          </p:cNvPr>
          <p:cNvSpPr>
            <a:spLocks noGrp="1"/>
          </p:cNvSpPr>
          <p:nvPr/>
        </p:nvSpPr>
        <p:spPr>
          <a:xfrm>
            <a:off x="609600" y="461962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">
            <a:extLst>
              <a:ext uri="{FF2B5EF4-FFF2-40B4-BE49-F238E27FC236}">
                <ns2:creationId id="{0015C3FA-BB82-4048-81E2-1B20DA03DFA6}"/>
              </a:ext>
            </a:extLst>
          </p:cNvPr>
          <p:cNvSpPr>
            <a:spLocks noGrp="1"/>
          </p:cNvSpPr>
          <p:nvPr/>
        </p:nvSpPr>
        <p:spPr>
          <a:xfrm>
            <a:off x="1257300" y="461962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Ha nem vett részt</a:t>
            </a:r>
          </a:p>
        </p:txBody>
      </p:sp>
      <p:sp>
        <p:nvSpPr>
          <p:cNvPr id="15" name="">
            <a:extLst>
              <a:ext uri="{FF2B5EF4-FFF2-40B4-BE49-F238E27FC236}">
                <ns2:creationId id="{67891E00-CB5A-48F8-9822-D3F7DBF396CA}"/>
              </a:ext>
            </a:extLst>
          </p:cNvPr>
          <p:cNvSpPr>
            <a:spLocks noGrp="1"/>
          </p:cNvSpPr>
          <p:nvPr/>
        </p:nvSpPr>
        <p:spPr>
          <a:xfrm>
            <a:off x="1257300" y="502920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Személyes beszélgetés és új meghívó egy másik időpontra.</a:t>
            </a:r>
          </a:p>
        </p:txBody>
      </p:sp>
    </p:spTree>
    <p:extLst>
      <p:ext uri="{BB962C8B-B14F-4D97-AF65-F5344CB8AC3E}">
        <ns4:creationId val="2122822085"/>
      </p:ext>
    </p:extLst>
  </p:cSld>
</p:sld>
</file>

<file path=ppt/slides/slide2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7" name="">
            <a:extLst>
              <a:ext uri="{FF2B5EF4-FFF2-40B4-BE49-F238E27FC236}">
                <ns2:creationId id="{B9472236-3934-486C-A23A-6370DE23E664}"/>
              </a:ext>
            </a:extLst>
          </p:cNvPr>
          <p:cNvPicPr>
            <a:picLocks noChangeAspect="1"/>
          </p:cNvPicPr>
          <p:nvPr/>
        </p:nvPicPr>
        <p:blipFill>
          <a:blip r:embed="R91a2746f4c374b45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68B0361B-9635-4166-AE62-4CF793B4F1A3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3" name="Naslov">
            <a:extLst>
              <a:ext uri="{FF2B5EF4-FFF2-40B4-BE49-F238E27FC236}">
                <ns2:creationId id="{A3F07F94-2F35-418F-817F-9743B462CB62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Személyes és csapatos webinárok</a:t>
            </a:r>
          </a:p>
        </p:txBody>
      </p:sp>
      <p:sp>
        <p:nvSpPr>
          <p:cNvPr id="4" name="">
            <a:extLst>
              <a:ext uri="{FF2B5EF4-FFF2-40B4-BE49-F238E27FC236}">
                <ns2:creationId id="{15C68868-CAC3-4747-A74E-8D8DCC287173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10591800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Egyetlen alkalom vagy rendszeres találkozó.</a:t>
            </a:r>
          </a:p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A kiválasztott nyelven.</a:t>
            </a:r>
          </a:p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Saját meghívottaidnak vagy az FCC-csapatodnak.</a:t>
            </a:r>
          </a:p>
        </p:txBody>
      </p:sp>
      <p:sp>
        <p:nvSpPr>
          <p:cNvPr id="5" name="">
            <a:extLst>
              <a:ext uri="{FF2B5EF4-FFF2-40B4-BE49-F238E27FC236}">
                <ns2:creationId id="{CA141C86-D453-47CD-8181-922C077B11D4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10448925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32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Minden tag a saját linkjével hív meg másokat, és megtartja a saját névjegyeit.</a:t>
            </a:r>
          </a:p>
        </p:txBody>
      </p:sp>
      <p:sp>
        <p:nvSpPr>
          <p:cNvPr id="6" name="">
            <a:extLst>
              <a:ext uri="{FF2B5EF4-FFF2-40B4-BE49-F238E27FC236}">
                <ns2:creationId id="{330A4E96-5E13-4241-96CF-B5C8186A91E4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Saját webinárokat a PRO csomagban hozhatsz létre.</a:t>
            </a:r>
          </a:p>
        </p:txBody>
      </p:sp>
    </p:spTree>
    <p:extLst>
      <p:ext uri="{BB962C8B-B14F-4D97-AF65-F5344CB8AC3E}">
        <ns4:creationId val="1264850231"/>
      </p:ext>
    </p:extLst>
  </p:cSld>
</p:sld>
</file>

<file path=ppt/slides/slide2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4" name="">
            <a:extLst>
              <a:ext uri="{FF2B5EF4-FFF2-40B4-BE49-F238E27FC236}">
                <ns2:creationId id="{5E86031B-74C2-4608-8EC0-F7A06E16AB36}"/>
              </a:ext>
            </a:extLst>
          </p:cNvPr>
          <p:cNvPicPr>
            <a:picLocks noChangeAspect="1"/>
          </p:cNvPicPr>
          <p:nvPr/>
        </p:nvPicPr>
        <p:blipFill>
          <a:blip r:embed="R59ec47a19bc2488c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93698D6B-5742-4E5B-834D-CB8A1A514169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" name="Naslov">
            <a:extLst>
              <a:ext uri="{FF2B5EF4-FFF2-40B4-BE49-F238E27FC236}">
                <ns2:creationId id="{E8A14DF5-11A1-4D9F-9B08-F9C64AB2045B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Együttműködők támogatása a Saját csapat részben</a:t>
            </a:r>
          </a:p>
        </p:txBody>
      </p:sp>
      <p:sp>
        <p:nvSpPr>
          <p:cNvPr id="4" name="">
            <a:extLst>
              <a:ext uri="{FF2B5EF4-FFF2-40B4-BE49-F238E27FC236}">
                <ns2:creationId id="{5C794550-AB76-4651-9D65-FCC54402C9DF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0D790686-2438-4A73-8815-5D8A40D9C276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Az emberek és az előrehaladás áttekintése</a:t>
            </a:r>
          </a:p>
        </p:txBody>
      </p:sp>
      <p:sp>
        <p:nvSpPr>
          <p:cNvPr id="6" name="">
            <a:extLst>
              <a:ext uri="{FF2B5EF4-FFF2-40B4-BE49-F238E27FC236}">
                <ns2:creationId id="{57A656BD-9E7D-4723-A3EB-C0005AB55657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Könnyebben meglátod, hol érdemes beszélgetni és támogatást nyújtani.</a:t>
            </a:r>
          </a:p>
        </p:txBody>
      </p:sp>
      <p:sp>
        <p:nvSpPr>
          <p:cNvPr id="7" name="">
            <a:extLst>
              <a:ext uri="{FF2B5EF4-FFF2-40B4-BE49-F238E27FC236}">
                <ns2:creationId id="{967AC6C6-2AA2-4DBF-B458-584184EDCB24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56B851E9-6FC5-431B-859B-AF028D6FEB8F}"/>
              </a:ext>
            </a:extLst>
          </p:cNvPr>
          <p:cNvSpPr>
            <a:spLocks noGrp="1"/>
          </p:cNvSpPr>
          <p:nvPr/>
        </p:nvSpPr>
        <p:spPr>
          <a:xfrm>
            <a:off x="1257300" y="3105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Személyes megkeresés</a:t>
            </a:r>
          </a:p>
        </p:txBody>
      </p:sp>
      <p:sp>
        <p:nvSpPr>
          <p:cNvPr id="9" name="">
            <a:extLst>
              <a:ext uri="{FF2B5EF4-FFF2-40B4-BE49-F238E27FC236}">
                <ns2:creationId id="{818F0784-40F3-44C9-9582-B7A15C5FB7EE}"/>
              </a:ext>
            </a:extLst>
          </p:cNvPr>
          <p:cNvSpPr>
            <a:spLocks noGrp="1"/>
          </p:cNvSpPr>
          <p:nvPr/>
        </p:nvSpPr>
        <p:spPr>
          <a:xfrm>
            <a:off x="1257300" y="3514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Üzenet előkészítése és annak megerősítése, hogy valóban elküldték.</a:t>
            </a:r>
          </a:p>
        </p:txBody>
      </p:sp>
      <p:sp>
        <p:nvSpPr>
          <p:cNvPr id="10" name="">
            <a:extLst>
              <a:ext uri="{FF2B5EF4-FFF2-40B4-BE49-F238E27FC236}">
                <ns2:creationId id="{B9F0BD01-52B3-41AC-98C0-040405407F1A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481DB09C-DD2D-4344-86DC-1D4C290AFDE8}"/>
              </a:ext>
            </a:extLst>
          </p:cNvPr>
          <p:cNvSpPr>
            <a:spLocks noGrp="1"/>
          </p:cNvSpPr>
          <p:nvPr/>
        </p:nvSpPr>
        <p:spPr>
          <a:xfrm>
            <a:off x="1257300" y="4248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Következő egyeztetett lépés</a:t>
            </a:r>
          </a:p>
        </p:txBody>
      </p:sp>
      <p:sp>
        <p:nvSpPr>
          <p:cNvPr id="12" name="">
            <a:extLst>
              <a:ext uri="{FF2B5EF4-FFF2-40B4-BE49-F238E27FC236}">
                <ns2:creationId id="{FA5462F9-CF88-452C-9CD7-60E7B954693D}"/>
              </a:ext>
            </a:extLst>
          </p:cNvPr>
          <p:cNvSpPr>
            <a:spLocks noGrp="1"/>
          </p:cNvSpPr>
          <p:nvPr/>
        </p:nvSpPr>
        <p:spPr>
          <a:xfrm>
            <a:off x="1257300" y="4657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Emlékeztető a beszélgetésre és a támogatás folytatására.</a:t>
            </a:r>
          </a:p>
        </p:txBody>
      </p:sp>
      <p:sp>
        <p:nvSpPr>
          <p:cNvPr id="13" name="">
            <a:extLst>
              <a:ext uri="{FF2B5EF4-FFF2-40B4-BE49-F238E27FC236}">
                <ns2:creationId id="{EA4F5EE5-D9B7-490A-8B9A-397E2C501279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PRO-funkció. A számadatok segítik a beszélgetést, de nem helyettesítik.</a:t>
            </a:r>
          </a:p>
        </p:txBody>
      </p:sp>
    </p:spTree>
    <p:extLst>
      <p:ext uri="{BB962C8B-B14F-4D97-AF65-F5344CB8AC3E}">
        <ns4:creationId val="743576115"/>
      </p:ext>
    </p:extLst>
  </p:cSld>
</p:sld>
</file>

<file path=ppt/slides/slide2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153F36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8FD54B42-D5D9-4C8E-A795-D8C9DC824F7E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D4E8DD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2" name="Naslov">
            <a:extLst>
              <a:ext uri="{FF2B5EF4-FFF2-40B4-BE49-F238E27FC236}">
                <ns2:creationId id="{0A8A4CAC-4231-4F7F-ACB0-D9A1910CA919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lang="hu-HU">
                <a:solidFill>
                  <a:srgbClr val="FFFFFF"/>
                </a:solidFill>
                <a:latin typeface="Arial"/>
                <a:ea typeface="Arial"/>
                <a:cs typeface="Arial"/>
              </a:rPr>
              <a:t>Egy mindennapi példa</a:t>
            </a:r>
          </a:p>
        </p:txBody>
      </p:sp>
      <p:sp>
        <p:nvSpPr>
          <p:cNvPr id="3" name="">
            <a:extLst>
              <a:ext uri="{FF2B5EF4-FFF2-40B4-BE49-F238E27FC236}">
                <ns2:creationId id="{95AA7EBA-6878-4508-B7DD-388E8A06A72D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D4E8DD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4" name="">
            <a:extLst>
              <a:ext uri="{FF2B5EF4-FFF2-40B4-BE49-F238E27FC236}">
                <ns2:creationId id="{03646A3A-C104-4F37-B92F-BB2EAE187254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FFFFFF"/>
                </a:solidFill>
                <a:latin typeface="Arial"/>
                <a:ea typeface="Arial"/>
                <a:cs typeface="Arial"/>
              </a:rPr>
              <a:t>Mai lépés</a:t>
            </a:r>
          </a:p>
        </p:txBody>
      </p:sp>
      <p:sp>
        <p:nvSpPr>
          <p:cNvPr id="5" name="">
            <a:extLst>
              <a:ext uri="{FF2B5EF4-FFF2-40B4-BE49-F238E27FC236}">
                <ns2:creationId id="{FE393999-B9B5-4679-B5D3-6DB274700D35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D4E8DD"/>
                </a:solidFill>
                <a:latin typeface="Arial"/>
                <a:ea typeface="Arial"/>
                <a:cs typeface="Arial"/>
              </a:rPr>
              <a:t>Megnyitom a feladatot, és megértem, mit kell tennem.</a:t>
            </a:r>
          </a:p>
        </p:txBody>
      </p:sp>
      <p:sp>
        <p:nvSpPr>
          <p:cNvPr id="6" name="">
            <a:extLst>
              <a:ext uri="{FF2B5EF4-FFF2-40B4-BE49-F238E27FC236}">
                <ns2:creationId id="{91FEC0DE-5CB4-4CA9-AAEC-3F72A813B357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D4E8DD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7" name="">
            <a:extLst>
              <a:ext uri="{FF2B5EF4-FFF2-40B4-BE49-F238E27FC236}">
                <ns2:creationId id="{DAD20ADD-6670-452E-AC38-4568348090F2}"/>
              </a:ext>
            </a:extLst>
          </p:cNvPr>
          <p:cNvSpPr>
            <a:spLocks noGrp="1"/>
          </p:cNvSpPr>
          <p:nvPr/>
        </p:nvSpPr>
        <p:spPr>
          <a:xfrm>
            <a:off x="1257300" y="28765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FFFFFF"/>
                </a:solidFill>
                <a:latin typeface="Arial"/>
                <a:ea typeface="Arial"/>
                <a:cs typeface="Arial"/>
              </a:rPr>
              <a:t>Ana és az érdeklődése</a:t>
            </a:r>
          </a:p>
        </p:txBody>
      </p:sp>
      <p:sp>
        <p:nvSpPr>
          <p:cNvPr id="8" name="">
            <a:extLst>
              <a:ext uri="{FF2B5EF4-FFF2-40B4-BE49-F238E27FC236}">
                <ns2:creationId id="{65D3A541-A07B-40D6-996F-497837E3F221}"/>
              </a:ext>
            </a:extLst>
          </p:cNvPr>
          <p:cNvSpPr>
            <a:spLocks noGrp="1"/>
          </p:cNvSpPr>
          <p:nvPr/>
        </p:nvSpPr>
        <p:spPr>
          <a:xfrm>
            <a:off x="1257300" y="32861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D4E8DD"/>
                </a:solidFill>
                <a:latin typeface="Arial"/>
                <a:ea typeface="Arial"/>
                <a:cs typeface="Arial"/>
              </a:rPr>
              <a:t>A beszélgetés alapján hasznos üzenetet készítek elő.</a:t>
            </a:r>
          </a:p>
        </p:txBody>
      </p:sp>
      <p:sp>
        <p:nvSpPr>
          <p:cNvPr id="9" name="">
            <a:extLst>
              <a:ext uri="{FF2B5EF4-FFF2-40B4-BE49-F238E27FC236}">
                <ns2:creationId id="{B0B45942-1C82-4F2E-A57D-A14033966DFD}"/>
              </a:ext>
            </a:extLst>
          </p:cNvPr>
          <p:cNvSpPr>
            <a:spLocks noGrp="1"/>
          </p:cNvSpPr>
          <p:nvPr/>
        </p:nvSpPr>
        <p:spPr>
          <a:xfrm>
            <a:off x="609600" y="37909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D4E8DD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0" name="">
            <a:extLst>
              <a:ext uri="{FF2B5EF4-FFF2-40B4-BE49-F238E27FC236}">
                <ns2:creationId id="{60121B05-21D8-491D-8733-458B22AA21A7}"/>
              </a:ext>
            </a:extLst>
          </p:cNvPr>
          <p:cNvSpPr>
            <a:spLocks noGrp="1"/>
          </p:cNvSpPr>
          <p:nvPr/>
        </p:nvSpPr>
        <p:spPr>
          <a:xfrm>
            <a:off x="1257300" y="37909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FFFFFF"/>
                </a:solidFill>
                <a:latin typeface="Arial"/>
                <a:ea typeface="Arial"/>
                <a:cs typeface="Arial"/>
              </a:rPr>
              <a:t>Javaslatom</a:t>
            </a:r>
          </a:p>
        </p:txBody>
      </p:sp>
      <p:sp>
        <p:nvSpPr>
          <p:cNvPr id="11" name="">
            <a:extLst>
              <a:ext uri="{FF2B5EF4-FFF2-40B4-BE49-F238E27FC236}">
                <ns2:creationId id="{F6AE71F9-B8CE-4986-8A1F-59474B627BB0}"/>
              </a:ext>
            </a:extLst>
          </p:cNvPr>
          <p:cNvSpPr>
            <a:spLocks noGrp="1"/>
          </p:cNvSpPr>
          <p:nvPr/>
        </p:nvSpPr>
        <p:spPr>
          <a:xfrm>
            <a:off x="1257300" y="42005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D4E8DD"/>
                </a:solidFill>
                <a:latin typeface="Arial"/>
                <a:ea typeface="Arial"/>
                <a:cs typeface="Arial"/>
              </a:rPr>
              <a:t>Megosztok egy terméket vagy meghívót egy kiválasztott időpontra.</a:t>
            </a:r>
          </a:p>
        </p:txBody>
      </p:sp>
      <p:sp>
        <p:nvSpPr>
          <p:cNvPr id="12" name="">
            <a:extLst>
              <a:ext uri="{FF2B5EF4-FFF2-40B4-BE49-F238E27FC236}">
                <ns2:creationId id="{F4A4571D-FA77-422B-9D76-F3ACB7D696EF}"/>
              </a:ext>
            </a:extLst>
          </p:cNvPr>
          <p:cNvSpPr>
            <a:spLocks noGrp="1"/>
          </p:cNvSpPr>
          <p:nvPr/>
        </p:nvSpPr>
        <p:spPr>
          <a:xfrm>
            <a:off x="609600" y="47053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D4E8DD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">
            <a:extLst>
              <a:ext uri="{FF2B5EF4-FFF2-40B4-BE49-F238E27FC236}">
                <ns2:creationId id="{7F97F9DF-E177-4FFC-BEA3-E8607C5F908E}"/>
              </a:ext>
            </a:extLst>
          </p:cNvPr>
          <p:cNvSpPr>
            <a:spLocks noGrp="1"/>
          </p:cNvSpPr>
          <p:nvPr/>
        </p:nvSpPr>
        <p:spPr>
          <a:xfrm>
            <a:off x="1257300" y="47053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FFFFFF"/>
                </a:solidFill>
                <a:latin typeface="Arial"/>
                <a:ea typeface="Arial"/>
                <a:cs typeface="Arial"/>
              </a:rPr>
              <a:t>Következő egyeztetett lépés</a:t>
            </a:r>
          </a:p>
        </p:txBody>
      </p:sp>
      <p:sp>
        <p:nvSpPr>
          <p:cNvPr id="14" name="">
            <a:extLst>
              <a:ext uri="{FF2B5EF4-FFF2-40B4-BE49-F238E27FC236}">
                <ns2:creationId id="{AE76C082-5565-4973-AD5C-698FD8AAAAA8}"/>
              </a:ext>
            </a:extLst>
          </p:cNvPr>
          <p:cNvSpPr>
            <a:spLocks noGrp="1"/>
          </p:cNvSpPr>
          <p:nvPr/>
        </p:nvSpPr>
        <p:spPr>
          <a:xfrm>
            <a:off x="1257300" y="51149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D4E8DD"/>
                </a:solidFill>
                <a:latin typeface="Arial"/>
                <a:ea typeface="Arial"/>
                <a:cs typeface="Arial"/>
              </a:rPr>
              <a:t>Feljegyzem a teendőt és az újabb megkeresés dátumát.</a:t>
            </a:r>
          </a:p>
        </p:txBody>
      </p:sp>
    </p:spTree>
    <p:extLst>
      <p:ext uri="{BB962C8B-B14F-4D97-AF65-F5344CB8AC3E}">
        <ns3:creationId val="1769184539"/>
      </p:ext>
    </p:extLst>
  </p:cSld>
</p:sld>
</file>

<file path=ppt/slides/slide2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4" name="">
            <a:extLst>
              <a:ext uri="{FF2B5EF4-FFF2-40B4-BE49-F238E27FC236}">
                <ns2:creationId id="{AD69F793-5AC2-4B61-8E08-807EA3E82C93}"/>
              </a:ext>
            </a:extLst>
          </p:cNvPr>
          <p:cNvPicPr>
            <a:picLocks noChangeAspect="1"/>
          </p:cNvPicPr>
          <p:nvPr/>
        </p:nvPicPr>
        <p:blipFill>
          <a:blip r:embed="R5fc007ce49884a48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D599A719-1E57-4637-B8AE-2EADBB60B92A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3" name="Naslov">
            <a:extLst>
              <a:ext uri="{FF2B5EF4-FFF2-40B4-BE49-F238E27FC236}">
                <ns2:creationId id="{8BB1BE9D-040A-44D0-AEAF-D2C3ACE9FBD0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Egy hét a saját webinárod körül</a:t>
            </a:r>
          </a:p>
        </p:txBody>
      </p:sp>
      <p:sp>
        <p:nvSpPr>
          <p:cNvPr id="4" name="">
            <a:extLst>
              <a:ext uri="{FF2B5EF4-FFF2-40B4-BE49-F238E27FC236}">
                <ns2:creationId id="{0F5BB3E7-43FB-4F91-B6E5-6557057A7B6C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82D731A5-172B-48C5-9CD0-E353F39BF95A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Az időpont előtt</a:t>
            </a:r>
          </a:p>
        </p:txBody>
      </p:sp>
      <p:sp>
        <p:nvSpPr>
          <p:cNvPr id="6" name="">
            <a:extLst>
              <a:ext uri="{FF2B5EF4-FFF2-40B4-BE49-F238E27FC236}">
                <ns2:creationId id="{DE5EA19D-E7B5-44A8-9292-5670686D93E3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Hívj meg olyanokat, akiknek megfelel a téma, és kövesd a regisztrációkat.</a:t>
            </a:r>
          </a:p>
        </p:txBody>
      </p:sp>
      <p:sp>
        <p:nvSpPr>
          <p:cNvPr id="7" name="">
            <a:extLst>
              <a:ext uri="{FF2B5EF4-FFF2-40B4-BE49-F238E27FC236}">
                <ns2:creationId id="{3563B572-16E0-4754-AEA8-67452D850777}"/>
              </a:ext>
            </a:extLst>
          </p:cNvPr>
          <p:cNvSpPr>
            <a:spLocks noGrp="1"/>
          </p:cNvSpPr>
          <p:nvPr/>
        </p:nvSpPr>
        <p:spPr>
          <a:xfrm>
            <a:off x="609600" y="313372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8ADC08C2-B626-42AB-8FE0-A6E440453B26}"/>
              </a:ext>
            </a:extLst>
          </p:cNvPr>
          <p:cNvSpPr>
            <a:spLocks noGrp="1"/>
          </p:cNvSpPr>
          <p:nvPr/>
        </p:nvSpPr>
        <p:spPr>
          <a:xfrm>
            <a:off x="1257300" y="313372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A webinár napján</a:t>
            </a:r>
          </a:p>
        </p:txBody>
      </p:sp>
      <p:sp>
        <p:nvSpPr>
          <p:cNvPr id="9" name="">
            <a:extLst>
              <a:ext uri="{FF2B5EF4-FFF2-40B4-BE49-F238E27FC236}">
                <ns2:creationId id="{DADD1F90-51F6-4480-B898-7B0301DA703B}"/>
              </a:ext>
            </a:extLst>
          </p:cNvPr>
          <p:cNvSpPr>
            <a:spLocks noGrp="1"/>
          </p:cNvSpPr>
          <p:nvPr/>
        </p:nvSpPr>
        <p:spPr>
          <a:xfrm>
            <a:off x="1257300" y="354330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Ellenőrizd a vendégekkel megbeszélteket és a csatlakozási linket.</a:t>
            </a:r>
          </a:p>
        </p:txBody>
      </p:sp>
      <p:sp>
        <p:nvSpPr>
          <p:cNvPr id="10" name="">
            <a:extLst>
              <a:ext uri="{FF2B5EF4-FFF2-40B4-BE49-F238E27FC236}">
                <ns2:creationId id="{484C3046-0C6A-4B03-8AD2-29A084085E35}"/>
              </a:ext>
            </a:extLst>
          </p:cNvPr>
          <p:cNvSpPr>
            <a:spLocks noGrp="1"/>
          </p:cNvSpPr>
          <p:nvPr/>
        </p:nvSpPr>
        <p:spPr>
          <a:xfrm>
            <a:off x="609600" y="43053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9A55AF0B-C2C8-4E43-9E8D-6C7703D217C1}"/>
              </a:ext>
            </a:extLst>
          </p:cNvPr>
          <p:cNvSpPr>
            <a:spLocks noGrp="1"/>
          </p:cNvSpPr>
          <p:nvPr/>
        </p:nvSpPr>
        <p:spPr>
          <a:xfrm>
            <a:off x="1257300" y="43053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A találkozó után</a:t>
            </a:r>
          </a:p>
        </p:txBody>
      </p:sp>
      <p:sp>
        <p:nvSpPr>
          <p:cNvPr id="12" name="">
            <a:extLst>
              <a:ext uri="{FF2B5EF4-FFF2-40B4-BE49-F238E27FC236}">
                <ns2:creationId id="{DB263AC0-53C8-4704-9C0D-1FE463EBD2D5}"/>
              </a:ext>
            </a:extLst>
          </p:cNvPr>
          <p:cNvSpPr>
            <a:spLocks noGrp="1"/>
          </p:cNvSpPr>
          <p:nvPr/>
        </p:nvSpPr>
        <p:spPr>
          <a:xfrm>
            <a:off x="1257300" y="47148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Beszélgess az érdeklődésről, és egyeztessétek a következő lépést.</a:t>
            </a:r>
          </a:p>
        </p:txBody>
      </p:sp>
      <p:sp>
        <p:nvSpPr>
          <p:cNvPr id="13" name="">
            <a:extLst>
              <a:ext uri="{FF2B5EF4-FFF2-40B4-BE49-F238E27FC236}">
                <ns2:creationId id="{75B3B4AC-FE57-4B6D-896B-D75217171EA0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A találkozók között foglalkozz a vásárlókkal, és folytasd a Saját utam program elérhető lépéseit.</a:t>
            </a:r>
          </a:p>
        </p:txBody>
      </p:sp>
    </p:spTree>
    <p:extLst>
      <p:ext uri="{BB962C8B-B14F-4D97-AF65-F5344CB8AC3E}">
        <ns4:creationId val="1050284790"/>
      </p:ext>
    </p:extLst>
  </p:cSld>
</p:sld>
</file>

<file path=ppt/slides/slide2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6" name="">
            <a:extLst>
              <a:ext uri="{FF2B5EF4-FFF2-40B4-BE49-F238E27FC236}">
                <ns2:creationId id="{90AF6069-FCC7-4456-B755-1C11B7C5D272}"/>
              </a:ext>
            </a:extLst>
          </p:cNvPr>
          <p:cNvPicPr>
            <a:picLocks noChangeAspect="1"/>
          </p:cNvPicPr>
          <p:nvPr/>
        </p:nvPicPr>
        <p:blipFill>
          <a:blip r:embed="R2ce76662dc9b4623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C23F1E39-5BF0-44A4-A298-3D226CF4DBA5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3" name="Naslov">
            <a:extLst>
              <a:ext uri="{FF2B5EF4-FFF2-40B4-BE49-F238E27FC236}">
                <ns2:creationId id="{AB0951CD-823B-4F14-9076-B1C104C88A1D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Példa az első hétre</a:t>
            </a:r>
          </a:p>
        </p:txBody>
      </p:sp>
      <p:sp>
        <p:nvSpPr>
          <p:cNvPr id="4" name="">
            <a:extLst>
              <a:ext uri="{FF2B5EF4-FFF2-40B4-BE49-F238E27FC236}">
                <ns2:creationId id="{E4E16D70-7C22-4173-AEA3-D57D27D08849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89CAEC09-35AD-4098-B8D6-9F7812181948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Ismerkedés</a:t>
            </a:r>
          </a:p>
        </p:txBody>
      </p:sp>
      <p:sp>
        <p:nvSpPr>
          <p:cNvPr id="6" name="">
            <a:extLst>
              <a:ext uri="{FF2B5EF4-FFF2-40B4-BE49-F238E27FC236}">
                <ns2:creationId id="{0D5006A6-5EE1-48F3-BADE-BF53FCED4EB5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Fiók, kártya és beszélgetés a szponzorral.</a:t>
            </a:r>
          </a:p>
        </p:txBody>
      </p:sp>
      <p:sp>
        <p:nvSpPr>
          <p:cNvPr id="7" name="">
            <a:extLst>
              <a:ext uri="{FF2B5EF4-FFF2-40B4-BE49-F238E27FC236}">
                <ns2:creationId id="{7303B055-FEE5-47B6-8053-4DA925ABC5E7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9F217234-F93D-4B66-BF0E-A719F5C8D308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Egy hasznos ajánlás</a:t>
            </a:r>
          </a:p>
        </p:txBody>
      </p:sp>
      <p:sp>
        <p:nvSpPr>
          <p:cNvPr id="9" name="">
            <a:extLst>
              <a:ext uri="{FF2B5EF4-FFF2-40B4-BE49-F238E27FC236}">
                <ns2:creationId id="{CC951A8C-6108-4925-B9E2-E88BC497C0F5}"/>
              </a:ext>
            </a:extLst>
          </p:cNvPr>
          <p:cNvSpPr>
            <a:spLocks noGrp="1"/>
          </p:cNvSpPr>
          <p:nvPr/>
        </p:nvSpPr>
        <p:spPr>
          <a:xfrm>
            <a:off x="1257300" y="32670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Termékválasztás és természetes, személyes üzenet.</a:t>
            </a:r>
          </a:p>
        </p:txBody>
      </p:sp>
      <p:sp>
        <p:nvSpPr>
          <p:cNvPr id="10" name="">
            <a:extLst>
              <a:ext uri="{FF2B5EF4-FFF2-40B4-BE49-F238E27FC236}">
                <ns2:creationId id="{9D38A44F-AE96-4E0B-9981-4DAFF3425B47}"/>
              </a:ext>
            </a:extLst>
          </p:cNvPr>
          <p:cNvSpPr>
            <a:spLocks noGrp="1"/>
          </p:cNvSpPr>
          <p:nvPr/>
        </p:nvSpPr>
        <p:spPr>
          <a:xfrm>
            <a:off x="609600" y="37528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8E9E14C2-91E9-4D7C-AAE4-F4F0E9B5CF6F}"/>
              </a:ext>
            </a:extLst>
          </p:cNvPr>
          <p:cNvSpPr>
            <a:spLocks noGrp="1"/>
          </p:cNvSpPr>
          <p:nvPr/>
        </p:nvSpPr>
        <p:spPr>
          <a:xfrm>
            <a:off x="1257300" y="37528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Egy meghívó</a:t>
            </a:r>
          </a:p>
        </p:txBody>
      </p:sp>
      <p:sp>
        <p:nvSpPr>
          <p:cNvPr id="12" name="">
            <a:extLst>
              <a:ext uri="{FF2B5EF4-FFF2-40B4-BE49-F238E27FC236}">
                <ns2:creationId id="{D22D0B3A-262A-432C-81FD-50F65D84DE52}"/>
              </a:ext>
            </a:extLst>
          </p:cNvPr>
          <p:cNvSpPr>
            <a:spLocks noGrp="1"/>
          </p:cNvSpPr>
          <p:nvPr/>
        </p:nvSpPr>
        <p:spPr>
          <a:xfrm>
            <a:off x="1257300" y="41624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Az aktuális webinár kiválasztása és a meghívó előkészítése.</a:t>
            </a:r>
          </a:p>
        </p:txBody>
      </p:sp>
      <p:sp>
        <p:nvSpPr>
          <p:cNvPr id="13" name="">
            <a:extLst>
              <a:ext uri="{FF2B5EF4-FFF2-40B4-BE49-F238E27FC236}">
                <ns2:creationId id="{E7B9CBFC-3ADE-4A30-AE7C-A4D42E435278}"/>
              </a:ext>
            </a:extLst>
          </p:cNvPr>
          <p:cNvSpPr>
            <a:spLocks noGrp="1"/>
          </p:cNvSpPr>
          <p:nvPr/>
        </p:nvSpPr>
        <p:spPr>
          <a:xfrm>
            <a:off x="609600" y="46482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">
            <a:extLst>
              <a:ext uri="{FF2B5EF4-FFF2-40B4-BE49-F238E27FC236}">
                <ns2:creationId id="{08B2CFAD-8690-4998-8924-E7791A9679EB}"/>
              </a:ext>
            </a:extLst>
          </p:cNvPr>
          <p:cNvSpPr>
            <a:spLocks noGrp="1"/>
          </p:cNvSpPr>
          <p:nvPr/>
        </p:nvSpPr>
        <p:spPr>
          <a:xfrm>
            <a:off x="1257300" y="46482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Rövid értékelés</a:t>
            </a:r>
          </a:p>
        </p:txBody>
      </p:sp>
      <p:sp>
        <p:nvSpPr>
          <p:cNvPr id="15" name="">
            <a:extLst>
              <a:ext uri="{FF2B5EF4-FFF2-40B4-BE49-F238E27FC236}">
                <ns2:creationId id="{31F9D09C-3988-4A44-80DE-E4905FDBB713}"/>
              </a:ext>
            </a:extLst>
          </p:cNvPr>
          <p:cNvSpPr>
            <a:spLocks noGrp="1"/>
          </p:cNvSpPr>
          <p:nvPr/>
        </p:nvSpPr>
        <p:spPr>
          <a:xfrm>
            <a:off x="1257300" y="50577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Mi készült el, mi nem világos, és mi a következő lépés.</a:t>
            </a:r>
          </a:p>
        </p:txBody>
      </p:sp>
    </p:spTree>
    <p:extLst>
      <p:ext uri="{BB962C8B-B14F-4D97-AF65-F5344CB8AC3E}">
        <ns4:creationId val="185701561"/>
      </p:ext>
    </p:extLst>
  </p:cSld>
</p:sld>
</file>

<file path=ppt/slides/slide2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9" name="">
            <a:extLst>
              <a:ext uri="{FF2B5EF4-FFF2-40B4-BE49-F238E27FC236}">
                <ns2:creationId id="{6A372F37-AC02-4069-917F-14900D63FA2F}"/>
              </a:ext>
            </a:extLst>
          </p:cNvPr>
          <p:cNvPicPr>
            <a:picLocks noChangeAspect="1"/>
          </p:cNvPicPr>
          <p:nvPr/>
        </p:nvPicPr>
        <p:blipFill>
          <a:blip r:embed="R5e6a51b14994433f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F59ED990-7C91-47DE-B6FF-FD1484E9EE76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3" name="Naslov">
            <a:extLst>
              <a:ext uri="{FF2B5EF4-FFF2-40B4-BE49-F238E27FC236}">
                <ns2:creationId id="{26408AEC-A0D6-4A44-A0F9-D0C8BC1357D7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Free és PRO, válassz az igényeid szerint</a:t>
            </a:r>
          </a:p>
        </p:txBody>
      </p:sp>
      <p:sp>
        <p:nvSpPr>
          <p:cNvPr id="4" name="">
            <a:extLst>
              <a:ext uri="{FF2B5EF4-FFF2-40B4-BE49-F238E27FC236}">
                <ns2:creationId id="{60B55B24-89D6-4E5D-A9E8-E601C38C3855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Ingyenes</a:t>
            </a:r>
          </a:p>
        </p:txBody>
      </p:sp>
      <p:sp>
        <p:nvSpPr>
          <p:cNvPr id="5" name="">
            <a:extLst>
              <a:ext uri="{FF2B5EF4-FFF2-40B4-BE49-F238E27FC236}">
                <ns2:creationId id="{43A95E34-CA37-48CF-8F92-03753AFC8E52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485775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Személyes kártya és ajánlás megosztása.</a:t>
            </a:r>
          </a:p>
          <a:p>
            <a:r>
              <a:t/>
            </a:r>
          </a:p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Névjegyek, megbeszélt megkeresések és személyes feladatok.</a:t>
            </a:r>
          </a:p>
        </p:txBody>
      </p:sp>
      <p:sp>
        <p:nvSpPr>
          <p:cNvPr id="6" name="">
            <a:extLst>
              <a:ext uri="{FF2B5EF4-FFF2-40B4-BE49-F238E27FC236}">
                <ns2:creationId id="{C4E1F5DC-0C3B-4C12-8156-1609B7C6E1B3}"/>
              </a:ext>
            </a:extLst>
          </p:cNvPr>
          <p:cNvSpPr>
            <a:spLocks noGrp="1"/>
          </p:cNvSpPr>
          <p:nvPr/>
        </p:nvSpPr>
        <p:spPr>
          <a:xfrm>
            <a:off x="6419850" y="210502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PRO</a:t>
            </a:r>
          </a:p>
        </p:txBody>
      </p:sp>
      <p:sp>
        <p:nvSpPr>
          <p:cNvPr id="7" name="">
            <a:extLst>
              <a:ext uri="{FF2B5EF4-FFF2-40B4-BE49-F238E27FC236}">
                <ns2:creationId id="{E86197AF-9652-4CFF-A13A-1751EB92289C}"/>
              </a:ext>
            </a:extLst>
          </p:cNvPr>
          <p:cNvSpPr>
            <a:spLocks noGrp="1"/>
          </p:cNvSpPr>
          <p:nvPr/>
        </p:nvSpPr>
        <p:spPr>
          <a:xfrm>
            <a:off x="6419850" y="3105150"/>
            <a:ext cx="485775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Személyes Coach és csapatáttekintés.</a:t>
            </a:r>
          </a:p>
          <a:p>
            <a:r>
              <a:t/>
            </a:r>
          </a:p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Saját webinárok, videós meghívók és további eszközök.</a:t>
            </a:r>
          </a:p>
        </p:txBody>
      </p:sp>
      <p:sp>
        <p:nvSpPr>
          <p:cNvPr id="8" name="">
            <a:extLst>
              <a:ext uri="{FF2B5EF4-FFF2-40B4-BE49-F238E27FC236}">
                <ns2:creationId id="{9AC41453-B93F-4081-8A58-8F439FDBAE8E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A PRO fizetős csomag. Az aktuális előnyök és árak az FCC-ben láthatók.</a:t>
            </a:r>
          </a:p>
        </p:txBody>
      </p:sp>
    </p:spTree>
    <p:extLst>
      <p:ext uri="{BB962C8B-B14F-4D97-AF65-F5344CB8AC3E}">
        <ns4:creationId val="1992491909"/>
      </p:ext>
    </p:extLst>
  </p:cSld>
</p:sld>
</file>

<file path=ppt/slides/slide3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6" name="">
            <a:extLst>
              <a:ext uri="{FF2B5EF4-FFF2-40B4-BE49-F238E27FC236}">
                <ns2:creationId id="{8A847E84-CE4C-4CC0-B070-58B987762D4A}"/>
              </a:ext>
            </a:extLst>
          </p:cNvPr>
          <p:cNvPicPr>
            <a:picLocks noChangeAspect="1"/>
          </p:cNvPicPr>
          <p:nvPr/>
        </p:nvPicPr>
        <p:blipFill>
          <a:blip r:embed="R90f9cc35fcf0450c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3998E854-20B7-4D4D-825D-9507829847E4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3" name="Naslov">
            <a:extLst>
              <a:ext uri="{FF2B5EF4-FFF2-40B4-BE49-F238E27FC236}">
                <ns2:creationId id="{D7A61237-BA69-4EAE-BC4F-F276472E1BCE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Kérdések személyes beszélgetéshez</a:t>
            </a:r>
          </a:p>
        </p:txBody>
      </p:sp>
      <p:sp>
        <p:nvSpPr>
          <p:cNvPr id="4" name="">
            <a:extLst>
              <a:ext uri="{FF2B5EF4-FFF2-40B4-BE49-F238E27FC236}">
                <ns2:creationId id="{2DF79649-6C2F-45FF-8E1E-2C06B3DFCAC7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0B6DA76C-B943-432A-B447-BF9D222BC1C7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Melyik kezdés illik hozzám?</a:t>
            </a:r>
          </a:p>
        </p:txBody>
      </p:sp>
      <p:sp>
        <p:nvSpPr>
          <p:cNvPr id="6" name="">
            <a:extLst>
              <a:ext uri="{FF2B5EF4-FFF2-40B4-BE49-F238E27FC236}">
                <ns2:creationId id="{980D52DB-06F8-442B-9486-2B3594D0853F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Termékhasználat vagy üzleti együttműködés.</a:t>
            </a:r>
          </a:p>
        </p:txBody>
      </p:sp>
      <p:sp>
        <p:nvSpPr>
          <p:cNvPr id="7" name="">
            <a:extLst>
              <a:ext uri="{FF2B5EF4-FFF2-40B4-BE49-F238E27FC236}">
                <ns2:creationId id="{756C80F1-00D4-47FA-A748-CF5C89E7CDA3}"/>
              </a:ext>
            </a:extLst>
          </p:cNvPr>
          <p:cNvSpPr>
            <a:spLocks noGrp="1"/>
          </p:cNvSpPr>
          <p:nvPr/>
        </p:nvSpPr>
        <p:spPr>
          <a:xfrm>
            <a:off x="609600" y="284797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57DE507B-F306-4302-BC81-A9F642343139}"/>
              </a:ext>
            </a:extLst>
          </p:cNvPr>
          <p:cNvSpPr>
            <a:spLocks noGrp="1"/>
          </p:cNvSpPr>
          <p:nvPr/>
        </p:nvSpPr>
        <p:spPr>
          <a:xfrm>
            <a:off x="1257300" y="284797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Mennyi időt tudok erre szánni?</a:t>
            </a:r>
          </a:p>
        </p:txBody>
      </p:sp>
      <p:sp>
        <p:nvSpPr>
          <p:cNvPr id="9" name="">
            <a:extLst>
              <a:ext uri="{FF2B5EF4-FFF2-40B4-BE49-F238E27FC236}">
                <ns2:creationId id="{F22B9F41-26A8-4FA6-8538-9DB9DA3162CF}"/>
              </a:ext>
            </a:extLst>
          </p:cNvPr>
          <p:cNvSpPr>
            <a:spLocks noGrp="1"/>
          </p:cNvSpPr>
          <p:nvPr/>
        </p:nvSpPr>
        <p:spPr>
          <a:xfrm>
            <a:off x="1257300" y="325755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Egyeztessetek egy reális tempóról és a rendelkezésre álló lépésekről.</a:t>
            </a:r>
          </a:p>
        </p:txBody>
      </p:sp>
      <p:sp>
        <p:nvSpPr>
          <p:cNvPr id="10" name="">
            <a:extLst>
              <a:ext uri="{FF2B5EF4-FFF2-40B4-BE49-F238E27FC236}">
                <ns2:creationId id="{3AEF13F9-FCAD-4E39-9580-49296A61F38E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79B1BB93-4440-41B9-A6A6-361B1780F78E}"/>
              </a:ext>
            </a:extLst>
          </p:cNvPr>
          <p:cNvSpPr>
            <a:spLocks noGrp="1"/>
          </p:cNvSpPr>
          <p:nvPr/>
        </p:nvSpPr>
        <p:spPr>
          <a:xfrm>
            <a:off x="1257300" y="37338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Milyen költségeket kell ellenőriznem?</a:t>
            </a:r>
          </a:p>
        </p:txBody>
      </p:sp>
      <p:sp>
        <p:nvSpPr>
          <p:cNvPr id="12" name="">
            <a:extLst>
              <a:ext uri="{FF2B5EF4-FFF2-40B4-BE49-F238E27FC236}">
                <ns2:creationId id="{0D214BC7-68F9-4224-B971-EF7B21F274B6}"/>
              </a:ext>
            </a:extLst>
          </p:cNvPr>
          <p:cNvSpPr>
            <a:spLocks noGrp="1"/>
          </p:cNvSpPr>
          <p:nvPr/>
        </p:nvSpPr>
        <p:spPr>
          <a:xfrm>
            <a:off x="1257300" y="41433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Termékek, üzleti tevékenység és esetleges FCC PRO csomag.</a:t>
            </a:r>
          </a:p>
        </p:txBody>
      </p:sp>
      <p:sp>
        <p:nvSpPr>
          <p:cNvPr id="13" name="">
            <a:extLst>
              <a:ext uri="{FF2B5EF4-FFF2-40B4-BE49-F238E27FC236}">
                <ns2:creationId id="{BAA6452F-3A8A-4DDB-8B39-8563C5F5DEAC}"/>
              </a:ext>
            </a:extLst>
          </p:cNvPr>
          <p:cNvSpPr>
            <a:spLocks noGrp="1"/>
          </p:cNvSpPr>
          <p:nvPr/>
        </p:nvSpPr>
        <p:spPr>
          <a:xfrm>
            <a:off x="609600" y="461962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">
            <a:extLst>
              <a:ext uri="{FF2B5EF4-FFF2-40B4-BE49-F238E27FC236}">
                <ns2:creationId id="{771B1C17-3F7C-4F88-85D9-5C27843AEC35}"/>
              </a:ext>
            </a:extLst>
          </p:cNvPr>
          <p:cNvSpPr>
            <a:spLocks noGrp="1"/>
          </p:cNvSpPr>
          <p:nvPr/>
        </p:nvSpPr>
        <p:spPr>
          <a:xfrm>
            <a:off x="1257300" y="461962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Hol kaphatok segítséget?</a:t>
            </a:r>
          </a:p>
        </p:txBody>
      </p:sp>
      <p:sp>
        <p:nvSpPr>
          <p:cNvPr id="15" name="">
            <a:extLst>
              <a:ext uri="{FF2B5EF4-FFF2-40B4-BE49-F238E27FC236}">
                <ns2:creationId id="{E15C9F73-FB10-4547-9706-D38095AA7206}"/>
              </a:ext>
            </a:extLst>
          </p:cNvPr>
          <p:cNvSpPr>
            <a:spLocks noGrp="1"/>
          </p:cNvSpPr>
          <p:nvPr/>
        </p:nvSpPr>
        <p:spPr>
          <a:xfrm>
            <a:off x="1257300" y="502920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Szponzor, csapat, képzés és FCC-támogatás.</a:t>
            </a:r>
          </a:p>
        </p:txBody>
      </p:sp>
    </p:spTree>
    <p:extLst>
      <p:ext uri="{BB962C8B-B14F-4D97-AF65-F5344CB8AC3E}">
        <ns4:creationId val="65287420"/>
      </p:ext>
    </p:extLst>
  </p:cSld>
</p:sld>
</file>

<file path=ppt/slides/slide3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7" name="">
            <a:extLst>
              <a:ext uri="{FF2B5EF4-FFF2-40B4-BE49-F238E27FC236}">
                <ns2:creationId id="{8F7198C6-2DE8-43DF-B1EF-D88A1974C6C5}"/>
              </a:ext>
            </a:extLst>
          </p:cNvPr>
          <p:cNvPicPr>
            <a:picLocks noChangeAspect="1"/>
          </p:cNvPicPr>
          <p:nvPr/>
        </p:nvPicPr>
        <p:blipFill>
          <a:blip r:embed="R83eb3923d8184bad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1A09478C-BF47-4F20-BD76-F045C9D915C8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3" name="Naslov">
            <a:extLst>
              <a:ext uri="{FF2B5EF4-FFF2-40B4-BE49-F238E27FC236}">
                <ns2:creationId id="{7D02396B-C2D6-47CB-AB7E-1597B626F1FE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A webinárium utáni következő lépés</a:t>
            </a:r>
          </a:p>
        </p:txBody>
      </p:sp>
      <p:sp>
        <p:nvSpPr>
          <p:cNvPr id="4" name="">
            <a:extLst>
              <a:ext uri="{FF2B5EF4-FFF2-40B4-BE49-F238E27FC236}">
                <ns2:creationId id="{10FB5614-1D74-41FB-BD52-AAD704F16FB3}"/>
              </a:ext>
            </a:extLst>
          </p:cNvPr>
          <p:cNvSpPr>
            <a:spLocks noGrp="1"/>
          </p:cNvSpPr>
          <p:nvPr/>
        </p:nvSpPr>
        <p:spPr>
          <a:xfrm>
            <a:off x="609600" y="2171700"/>
            <a:ext cx="10401300" cy="1514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4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44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4425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Beszélgetés azzal a személlyel,</a:t>
            </a:r>
          </a:p>
          <a:p>
            <a:pPr>
              <a:defRPr sz="44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4425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aki meghívott</a:t>
            </a:r>
          </a:p>
        </p:txBody>
      </p:sp>
      <p:sp>
        <p:nvSpPr>
          <p:cNvPr id="5" name="">
            <a:extLst>
              <a:ext uri="{FF2B5EF4-FFF2-40B4-BE49-F238E27FC236}">
                <ns2:creationId id="{138D5422-BFFA-4FC8-B03E-A2E56FC32628}"/>
              </a:ext>
            </a:extLst>
          </p:cNvPr>
          <p:cNvSpPr>
            <a:spLocks noGrp="1"/>
          </p:cNvSpPr>
          <p:nvPr/>
        </p:nvSpPr>
        <p:spPr>
          <a:xfrm>
            <a:off x="609600" y="4181475"/>
            <a:ext cx="9763125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4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Mondd el, mi érdekel, mit szeretnél még tisztázni, és mennyi időt szánnál rá.</a:t>
            </a:r>
          </a:p>
        </p:txBody>
      </p:sp>
      <p:sp>
        <p:nvSpPr>
          <p:cNvPr id="6" name="">
            <a:extLst>
              <a:ext uri="{FF2B5EF4-FFF2-40B4-BE49-F238E27FC236}">
                <ns2:creationId id="{7F5EB97C-EEF2-4CDA-AB3D-386B3AC6E2D9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Egyeztessetek egy konkrét teendőt és egy időpontot a beszélgetés folytatására.</a:t>
            </a:r>
          </a:p>
        </p:txBody>
      </p:sp>
    </p:spTree>
    <p:extLst>
      <p:ext uri="{BB962C8B-B14F-4D97-AF65-F5344CB8AC3E}">
        <ns4:creationId val="1646637869"/>
      </p:ext>
    </p:extLst>
  </p:cSld>
</p:sld>
</file>

<file path=ppt/slides/slide3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153F36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" name="">
            <a:extLst>
              <a:ext uri="{FF2B5EF4-FFF2-40B4-BE49-F238E27FC236}">
                <ns2:creationId id="{DE1B7833-FA5B-4202-9F43-6A55485BA4CF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D4E8DD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2" name="">
            <a:extLst>
              <a:ext uri="{FF2B5EF4-FFF2-40B4-BE49-F238E27FC236}">
                <ns2:creationId id="{48673BED-A37E-4BEC-B045-8AE20E7E660B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10734675" cy="2047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 lang="hu-HU">
                <a:solidFill>
                  <a:srgbClr val="FFFFFF"/>
                </a:solidFill>
                <a:latin typeface="Arial"/>
                <a:ea typeface="Arial"/>
                <a:cs typeface="Arial"/>
              </a:rPr>
              <a:t>A kezdeted</a:t>
            </a:r>
          </a:p>
          <a:p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 lang="hu-HU">
                <a:solidFill>
                  <a:srgbClr val="FFFFFF"/>
                </a:solidFill>
                <a:latin typeface="Arial"/>
                <a:ea typeface="Arial"/>
                <a:cs typeface="Arial"/>
              </a:rPr>
              <a:t>egyszerű is lehet</a:t>
            </a:r>
          </a:p>
        </p:txBody>
      </p:sp>
      <p:sp>
        <p:nvSpPr>
          <p:cNvPr id="3" name="">
            <a:extLst>
              <a:ext uri="{FF2B5EF4-FFF2-40B4-BE49-F238E27FC236}">
                <ns2:creationId id="{441CDA0A-7E8B-43A7-86BF-23F4BF9B0BE0}"/>
              </a:ext>
            </a:extLst>
          </p:cNvPr>
          <p:cNvSpPr>
            <a:spLocks noGrp="1"/>
          </p:cNvSpPr>
          <p:nvPr/>
        </p:nvSpPr>
        <p:spPr>
          <a:xfrm>
            <a:off x="609600" y="4210050"/>
            <a:ext cx="9820275" cy="1638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92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92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925" b="0" lang="hu-HU">
                <a:solidFill>
                  <a:srgbClr val="D4E8DD"/>
                </a:solidFill>
                <a:latin typeface="Arial"/>
                <a:ea typeface="Arial"/>
                <a:cs typeface="Arial"/>
              </a:rPr>
              <a:t>Egy beszélgetés.</a:t>
            </a:r>
          </a:p>
          <a:p>
            <a:pPr>
              <a:defRPr sz="292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925" b="0" lang="hu-HU">
                <a:solidFill>
                  <a:srgbClr val="D4E8DD"/>
                </a:solidFill>
                <a:latin typeface="Arial"/>
                <a:ea typeface="Arial"/>
                <a:cs typeface="Arial"/>
              </a:rPr>
              <a:t>Egy világos döntés.</a:t>
            </a:r>
          </a:p>
          <a:p>
            <a:pPr>
              <a:defRPr sz="292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925" b="0" lang="hu-HU">
                <a:solidFill>
                  <a:srgbClr val="D4E8DD"/>
                </a:solidFill>
                <a:latin typeface="Arial"/>
                <a:ea typeface="Arial"/>
                <a:cs typeface="Arial"/>
              </a:rPr>
              <a:t>Egyeztetett következő lépés.</a:t>
            </a:r>
          </a:p>
        </p:txBody>
      </p:sp>
    </p:spTree>
    <p:extLst>
      <p:ext uri="{BB962C8B-B14F-4D97-AF65-F5344CB8AC3E}">
        <ns3:creationId val="2036074544"/>
      </p:ext>
    </p:extLst>
  </p:cSld>
</p:sld>
</file>

<file path=ppt/slides/slide3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6" name="">
            <a:extLst>
              <a:ext uri="{FF2B5EF4-FFF2-40B4-BE49-F238E27FC236}">
                <ns2:creationId id="{919AC765-DEBD-459C-8A3F-7848B2BF249B}"/>
              </a:ext>
            </a:extLst>
          </p:cNvPr>
          <p:cNvPicPr>
            <a:picLocks noChangeAspect="1"/>
          </p:cNvPicPr>
          <p:nvPr/>
        </p:nvPicPr>
        <p:blipFill>
          <a:blip r:embed="R36ae438961544b63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C776E80E-1314-42F9-9BAB-2C2CE53DC492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3" name="Naslov">
            <a:extLst>
              <a:ext uri="{FF2B5EF4-FFF2-40B4-BE49-F238E27FC236}">
                <ns2:creationId id="{FDBD1ABF-94B5-497A-B205-2296ED44BDD1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Kiegészítés: személyes bónuszok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1052CBF9-BCC3-48FB-82FB-2DD99DE0DD52}"/>
              </a:ext>
            </a:extLst>
          </p:cNvPr>
          <p:cNvGraphicFramePr/>
          <p:nvPr/>
        </p:nvGraphicFramePr>
        <p:xfrm>
          <a:off x="609600" y="2114550"/>
          <a:ext cx="10953750" cy="3133725"/>
        </p:xfrm>
        <a:graphic>
          <a:graphicData uri="http://schemas.openxmlformats.org/drawingml/2006/table">
            <a:tbl>
              <a:tblPr/>
              <a:tblGrid>
                <a:gridCol w="5905500"/>
                <a:gridCol w="5048250"/>
              </a:tblGrid>
              <a:tr h="62674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1" lang="hu-HU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Szint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1" lang="hu-HU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Személyes bónusz a feltételek szerint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</a:tr>
              <a:tr h="62674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0" lang="hu-HU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Assistant Supervisor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0" lang="hu-HU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674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0" lang="hu-HU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Supervisor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0" lang="hu-HU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8%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</a:tr>
              <a:tr h="62674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0" lang="hu-HU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Assistant Manager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0" lang="hu-HU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674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0" lang="hu-HU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Manager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0" lang="hu-HU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18%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1E561589-9528-4BA8-A2CF-2393305A4FED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Volumenbónusz: 3% és 13% között. Leadership: 6%, 3%, 2%, további feltételekkel.</a:t>
            </a:r>
          </a:p>
        </p:txBody>
      </p:sp>
    </p:spTree>
    <p:extLst>
      <p:ext uri="{BB962C8B-B14F-4D97-AF65-F5344CB8AC3E}">
        <ns4:creationId val="515602699"/>
      </p:ext>
    </p:extLst>
  </p:cSld>
</p:sld>
</file>

<file path=ppt/slides/slide3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6" name="">
            <a:extLst>
              <a:ext uri="{FF2B5EF4-FFF2-40B4-BE49-F238E27FC236}">
                <ns2:creationId id="{281D3A7B-CCA2-4A99-B091-81AFBE2930EC}"/>
              </a:ext>
            </a:extLst>
          </p:cNvPr>
          <p:cNvPicPr>
            <a:picLocks noChangeAspect="1"/>
          </p:cNvPicPr>
          <p:nvPr/>
        </p:nvPicPr>
        <p:blipFill>
          <a:blip r:embed="R9c5ed023181f4870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FDD79E68-255C-4685-B243-6F1616C2F4F8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3" name="Naslov">
            <a:extLst>
              <a:ext uri="{FF2B5EF4-FFF2-40B4-BE49-F238E27FC236}">
                <ns2:creationId id="{780CCEFC-9D8C-49DA-9FD7-987C98FE8701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Kiegészítés: Forever2Drive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7E2485A5-066A-4AE2-AF1F-F24B4FA08B35}"/>
              </a:ext>
            </a:extLst>
          </p:cNvPr>
          <p:cNvGraphicFramePr/>
          <p:nvPr/>
        </p:nvGraphicFramePr>
        <p:xfrm>
          <a:off x="609600" y="2114550"/>
          <a:ext cx="10953750" cy="2647950"/>
        </p:xfrm>
        <a:graphic>
          <a:graphicData uri="http://schemas.openxmlformats.org/drawingml/2006/table">
            <a:tbl>
              <a:tblPr/>
              <a:tblGrid>
                <a:gridCol w="1238250"/>
                <a:gridCol w="2047875"/>
                <a:gridCol w="2047875"/>
                <a:gridCol w="2047875"/>
                <a:gridCol w="3571875"/>
              </a:tblGrid>
              <a:tr h="661988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1" lang="hu-HU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Szint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1" lang="hu-HU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1. hónap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1" lang="hu-HU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2. hónap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1" lang="hu-HU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3. hónap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1" lang="hu-HU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Havi maximum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</a:tr>
              <a:tr h="661988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u-HU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u-HU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50 CC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u-HU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100 CC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u-HU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150 CC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u-HU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400 USD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1988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u-HU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u-HU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75 CC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u-HU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150 CC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u-HU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225 CC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u-HU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600 USD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</a:tr>
              <a:tr h="661988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u-HU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u-HU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100 CC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u-HU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200 CC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u-HU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300 CC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hu-HU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800 USD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B4AC18CE-F6CB-49F2-8416-567B308FCF87}"/>
              </a:ext>
            </a:extLst>
          </p:cNvPr>
          <p:cNvSpPr>
            <a:spLocks noGrp="1"/>
          </p:cNvSpPr>
          <p:nvPr/>
        </p:nvSpPr>
        <p:spPr>
          <a:xfrm>
            <a:off x="609600" y="5143500"/>
            <a:ext cx="104584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325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A minősítés megszerzése és a feltételek fenntartása. Ösztönző akár 36 hónapon át.</a:t>
            </a:r>
          </a:p>
        </p:txBody>
      </p:sp>
    </p:spTree>
    <p:extLst>
      <p:ext uri="{BB962C8B-B14F-4D97-AF65-F5344CB8AC3E}">
        <ns4:creationId val="280473326"/>
      </p:ext>
    </p:extLst>
  </p:cSld>
</p:sld>
</file>

<file path=ppt/slides/slide3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4" name="">
            <a:extLst>
              <a:ext uri="{FF2B5EF4-FFF2-40B4-BE49-F238E27FC236}">
                <ns2:creationId id="{B9E3C7C8-35B4-441E-B1C2-00BCFB5C9F40}"/>
              </a:ext>
            </a:extLst>
          </p:cNvPr>
          <p:cNvPicPr>
            <a:picLocks noChangeAspect="1"/>
          </p:cNvPicPr>
          <p:nvPr/>
        </p:nvPicPr>
        <p:blipFill>
          <a:blip r:embed="R58ce5c4bc3ef4c8b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0CB37FEB-5A20-485A-9A04-1936EE10F0CF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3" name="Naslov">
            <a:extLst>
              <a:ext uri="{FF2B5EF4-FFF2-40B4-BE49-F238E27FC236}">
                <ns2:creationId id="{B655E18D-295A-4CD8-9A03-B3FC391A9AED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Kiegészítés: éves minősítések</a:t>
            </a:r>
          </a:p>
        </p:txBody>
      </p:sp>
      <p:sp>
        <p:nvSpPr>
          <p:cNvPr id="4" name="">
            <a:extLst>
              <a:ext uri="{FF2B5EF4-FFF2-40B4-BE49-F238E27FC236}">
                <ns2:creationId id="{F037214A-CF38-4FAB-8F4B-BC9F710748A2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325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DE39F66B-A442-4DB2-BC88-152A2F537F88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325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Eagle Manager</a:t>
            </a:r>
          </a:p>
        </p:txBody>
      </p:sp>
      <p:sp>
        <p:nvSpPr>
          <p:cNvPr id="6" name="">
            <a:extLst>
              <a:ext uri="{FF2B5EF4-FFF2-40B4-BE49-F238E27FC236}">
                <ns2:creationId id="{5EB13131-225A-47B3-A990-4556686F98B8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720 összesített CC, 100 új CC és 3 új Supervisor-vonal.</a:t>
            </a:r>
          </a:p>
        </p:txBody>
      </p:sp>
      <p:sp>
        <p:nvSpPr>
          <p:cNvPr id="7" name="">
            <a:extLst>
              <a:ext uri="{FF2B5EF4-FFF2-40B4-BE49-F238E27FC236}">
                <ns2:creationId id="{81F9A9B6-F0B7-4FC8-82A9-040A17BA37F4}"/>
              </a:ext>
            </a:extLst>
          </p:cNvPr>
          <p:cNvSpPr>
            <a:spLocks noGrp="1"/>
          </p:cNvSpPr>
          <p:nvPr/>
        </p:nvSpPr>
        <p:spPr>
          <a:xfrm>
            <a:off x="609600" y="31242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325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C4C32F05-04BB-4214-8487-F780C8E1B8F9}"/>
              </a:ext>
            </a:extLst>
          </p:cNvPr>
          <p:cNvSpPr>
            <a:spLocks noGrp="1"/>
          </p:cNvSpPr>
          <p:nvPr/>
        </p:nvSpPr>
        <p:spPr>
          <a:xfrm>
            <a:off x="1257300" y="31242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325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Global Rally</a:t>
            </a:r>
          </a:p>
        </p:txBody>
      </p:sp>
      <p:sp>
        <p:nvSpPr>
          <p:cNvPr id="9" name="">
            <a:extLst>
              <a:ext uri="{FF2B5EF4-FFF2-40B4-BE49-F238E27FC236}">
                <ns2:creationId id="{AD802E04-F4DC-4E5B-83E7-81C942E85FE4}"/>
              </a:ext>
            </a:extLst>
          </p:cNvPr>
          <p:cNvSpPr>
            <a:spLocks noGrp="1"/>
          </p:cNvSpPr>
          <p:nvPr/>
        </p:nvSpPr>
        <p:spPr>
          <a:xfrm>
            <a:off x="1257300" y="35337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Legalább 1.500 összesített CC, ebből legalább 50 új CC.</a:t>
            </a:r>
          </a:p>
        </p:txBody>
      </p:sp>
      <p:sp>
        <p:nvSpPr>
          <p:cNvPr id="10" name="">
            <a:extLst>
              <a:ext uri="{FF2B5EF4-FFF2-40B4-BE49-F238E27FC236}">
                <ns2:creationId id="{765D29EF-17EE-439A-9148-70DA52221B41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325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5C8C13D5-EA0A-45FF-B19C-610392AA90BD}"/>
              </a:ext>
            </a:extLst>
          </p:cNvPr>
          <p:cNvSpPr>
            <a:spLocks noGrp="1"/>
          </p:cNvSpPr>
          <p:nvPr/>
        </p:nvSpPr>
        <p:spPr>
          <a:xfrm>
            <a:off x="1257300" y="42862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325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Chairman’s Bonus</a:t>
            </a:r>
          </a:p>
        </p:txBody>
      </p:sp>
      <p:sp>
        <p:nvSpPr>
          <p:cNvPr id="12" name="">
            <a:extLst>
              <a:ext uri="{FF2B5EF4-FFF2-40B4-BE49-F238E27FC236}">
                <ns2:creationId id="{ED3D2BFE-A33E-4B2F-ABBA-68D93EE7CCAA}"/>
              </a:ext>
            </a:extLst>
          </p:cNvPr>
          <p:cNvSpPr>
            <a:spLocks noGrp="1"/>
          </p:cNvSpPr>
          <p:nvPr/>
        </p:nvSpPr>
        <p:spPr>
          <a:xfrm>
            <a:off x="1257300" y="46958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Fejlett, minősített vonalak és a program további feltételei.</a:t>
            </a:r>
          </a:p>
        </p:txBody>
      </p:sp>
      <p:sp>
        <p:nvSpPr>
          <p:cNvPr id="13" name="">
            <a:extLst>
              <a:ext uri="{FF2B5EF4-FFF2-40B4-BE49-F238E27FC236}">
                <ns2:creationId id="{B903DFC0-E1C3-44EE-AD9B-AD2E08F86D6D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A küszöbértékek összefoglalók. A határidőket, a fenntartási követelményeket és az összes további feltételt a helyi üzletpolitika tartalmazza.</a:t>
            </a:r>
          </a:p>
        </p:txBody>
      </p:sp>
    </p:spTree>
    <p:extLst>
      <p:ext uri="{BB962C8B-B14F-4D97-AF65-F5344CB8AC3E}">
        <ns4:creationId val="880705396"/>
      </p:ext>
    </p:extLst>
  </p:cSld>
</p:sld>
</file>

<file path=ppt/slides/slide3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4" name="">
            <a:extLst>
              <a:ext uri="{FF2B5EF4-FFF2-40B4-BE49-F238E27FC236}">
                <ns2:creationId id="{88852AA4-6578-41AF-9740-5117C7F6172E}"/>
              </a:ext>
            </a:extLst>
          </p:cNvPr>
          <p:cNvPicPr>
            <a:picLocks noChangeAspect="1"/>
          </p:cNvPicPr>
          <p:nvPr/>
        </p:nvPicPr>
        <p:blipFill>
          <a:blip r:embed="R94ed22d42f074bff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F484BD7A-5B1B-4432-9A78-B974D5EEA709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3" name="Naslov">
            <a:extLst>
              <a:ext uri="{FF2B5EF4-FFF2-40B4-BE49-F238E27FC236}">
                <ns2:creationId id="{AADE5631-8BAA-49DB-AB4C-B28590B49F43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Kiegészítés: kifizetések és tényleges jövedelem</a:t>
            </a:r>
          </a:p>
        </p:txBody>
      </p:sp>
      <p:sp>
        <p:nvSpPr>
          <p:cNvPr id="4" name="">
            <a:extLst>
              <a:ext uri="{FF2B5EF4-FFF2-40B4-BE49-F238E27FC236}">
                <ns2:creationId id="{4648F494-74C7-41B9-A7AD-105B8730022F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D8F3ADF8-D3CE-4D09-B5D5-37B3C4DF925C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Az előző hónap bónuszai</a:t>
            </a:r>
          </a:p>
        </p:txBody>
      </p:sp>
      <p:sp>
        <p:nvSpPr>
          <p:cNvPr id="6" name="">
            <a:extLst>
              <a:ext uri="{FF2B5EF4-FFF2-40B4-BE49-F238E27FC236}">
                <ns2:creationId id="{3C09A159-46FC-4266-AE84-DE17BCFA81A2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A horvát üzletpolitika szerint a következő hónap 15. napján.</a:t>
            </a:r>
          </a:p>
        </p:txBody>
      </p:sp>
      <p:sp>
        <p:nvSpPr>
          <p:cNvPr id="7" name="">
            <a:extLst>
              <a:ext uri="{FF2B5EF4-FFF2-40B4-BE49-F238E27FC236}">
                <ns2:creationId id="{7AEEAE2C-E72E-48F1-91F1-C715F3B5457C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D7C8ED34-9B2A-4A5B-8F5C-E661D3D95A39}"/>
              </a:ext>
            </a:extLst>
          </p:cNvPr>
          <p:cNvSpPr>
            <a:spLocks noGrp="1"/>
          </p:cNvSpPr>
          <p:nvPr/>
        </p:nvSpPr>
        <p:spPr>
          <a:xfrm>
            <a:off x="1257300" y="3105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Online kereset</a:t>
            </a:r>
          </a:p>
        </p:txBody>
      </p:sp>
      <p:sp>
        <p:nvSpPr>
          <p:cNvPr id="9" name="">
            <a:extLst>
              <a:ext uri="{FF2B5EF4-FFF2-40B4-BE49-F238E27FC236}">
                <ns2:creationId id="{03EEB3A6-8AA0-4AAC-8BB6-5A5C316EB19C}"/>
              </a:ext>
            </a:extLst>
          </p:cNvPr>
          <p:cNvSpPr>
            <a:spLocks noGrp="1"/>
          </p:cNvSpPr>
          <p:nvPr/>
        </p:nvSpPr>
        <p:spPr>
          <a:xfrm>
            <a:off x="1257300" y="3514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A Global Paybe a hónap 10., 20. és utolsó napja után kerül át.</a:t>
            </a:r>
          </a:p>
        </p:txBody>
      </p:sp>
      <p:sp>
        <p:nvSpPr>
          <p:cNvPr id="10" name="">
            <a:extLst>
              <a:ext uri="{FF2B5EF4-FFF2-40B4-BE49-F238E27FC236}">
                <ns2:creationId id="{3836A816-BCC9-4762-B15B-376FBDA90C2D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02C2B9B3-EB86-468F-B5C8-D10A79D640D8}"/>
              </a:ext>
            </a:extLst>
          </p:cNvPr>
          <p:cNvSpPr>
            <a:spLocks noGrp="1"/>
          </p:cNvSpPr>
          <p:nvPr/>
        </p:nvSpPr>
        <p:spPr>
          <a:xfrm>
            <a:off x="1257300" y="4248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hu-HU">
                <a:solidFill>
                  <a:srgbClr val="153F36"/>
                </a:solidFill>
                <a:latin typeface="Arial"/>
                <a:ea typeface="Arial"/>
                <a:cs typeface="Arial"/>
              </a:rPr>
              <a:t>Tényleges jövedelem</a:t>
            </a:r>
          </a:p>
        </p:txBody>
      </p:sp>
      <p:sp>
        <p:nvSpPr>
          <p:cNvPr id="12" name="">
            <a:extLst>
              <a:ext uri="{FF2B5EF4-FFF2-40B4-BE49-F238E27FC236}">
                <ns2:creationId id="{04657A1D-053C-48FC-B7DB-E622C573FFDA}"/>
              </a:ext>
            </a:extLst>
          </p:cNvPr>
          <p:cNvSpPr>
            <a:spLocks noGrp="1"/>
          </p:cNvSpPr>
          <p:nvPr/>
        </p:nvSpPr>
        <p:spPr>
          <a:xfrm>
            <a:off x="1257300" y="4657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Elszámolt értékesítés, a költségek, visszatérítések és adókötelezettségek figyelembevételével.</a:t>
            </a:r>
          </a:p>
        </p:txBody>
      </p:sp>
      <p:sp>
        <p:nvSpPr>
          <p:cNvPr id="13" name="">
            <a:extLst>
              <a:ext uri="{FF2B5EF4-FFF2-40B4-BE49-F238E27FC236}">
                <ns2:creationId id="{D0CED1DA-9CAB-4767-B17A-CCA055B377B4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hu-HU">
                <a:solidFill>
                  <a:srgbClr val="526B63"/>
                </a:solidFill>
                <a:latin typeface="Arial"/>
                <a:ea typeface="Arial"/>
                <a:cs typeface="Arial"/>
              </a:rPr>
              <a:t>Az eredmény az adott személytől, a piactól és a tényleges értékesítéstől függ. Az FCC nem garantál jövedelmet.</a:t>
            </a:r>
          </a:p>
        </p:txBody>
      </p:sp>
    </p:spTree>
    <p:extLst>
      <p:ext uri="{BB962C8B-B14F-4D97-AF65-F5344CB8AC3E}">
        <ns4:creationId val="805322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2026-10-04T12:05:50.0890000Z</dcterms:created>
  <dcterms:modified xsi:type="dcterms:W3CDTF">2026-10-04T12:05:50.0890000Z</dcterms:modified>
</coreProperties>
</file>